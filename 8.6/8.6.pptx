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687CB5-D2E6-4B34-96A2-9F39BA9619C4}" v="23" dt="2026-08-06T02:31:33.262"/>
    <p1510:client id="{BB32DFA3-F09B-4DEA-A49A-BEB20D41C854}" v="7" dt="2026-08-06T08:16:19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9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鸿翔 杨" userId="49ae226b328ea8a6" providerId="LiveId" clId="{B8CD1FE1-198B-41FC-AFF1-7878F0A2D15E}"/>
    <pc:docChg chg="custSel addSld modSld">
      <pc:chgData name="鸿翔 杨" userId="49ae226b328ea8a6" providerId="LiveId" clId="{B8CD1FE1-198B-41FC-AFF1-7878F0A2D15E}" dt="2026-08-06T08:17:54.444" v="325" actId="1076"/>
      <pc:docMkLst>
        <pc:docMk/>
      </pc:docMkLst>
      <pc:sldChg chg="addSp delSp modSp mod">
        <pc:chgData name="鸿翔 杨" userId="49ae226b328ea8a6" providerId="LiveId" clId="{B8CD1FE1-198B-41FC-AFF1-7878F0A2D15E}" dt="2026-08-06T06:16:28.018" v="2"/>
        <pc:sldMkLst>
          <pc:docMk/>
          <pc:sldMk cId="1307961105" sldId="261"/>
        </pc:sldMkLst>
        <pc:spChg chg="add del mod">
          <ac:chgData name="鸿翔 杨" userId="49ae226b328ea8a6" providerId="LiveId" clId="{B8CD1FE1-198B-41FC-AFF1-7878F0A2D15E}" dt="2026-08-06T06:16:28.018" v="2"/>
          <ac:spMkLst>
            <pc:docMk/>
            <pc:sldMk cId="1307961105" sldId="261"/>
            <ac:spMk id="5" creationId="{699647AF-4CDB-2050-134B-BD38434906C0}"/>
          </ac:spMkLst>
        </pc:spChg>
      </pc:sldChg>
      <pc:sldChg chg="addSp delSp modSp new mod">
        <pc:chgData name="鸿翔 杨" userId="49ae226b328ea8a6" providerId="LiveId" clId="{B8CD1FE1-198B-41FC-AFF1-7878F0A2D15E}" dt="2026-08-06T08:17:54.444" v="325" actId="1076"/>
        <pc:sldMkLst>
          <pc:docMk/>
          <pc:sldMk cId="1714025641" sldId="262"/>
        </pc:sldMkLst>
        <pc:spChg chg="mod">
          <ac:chgData name="鸿翔 杨" userId="49ae226b328ea8a6" providerId="LiveId" clId="{B8CD1FE1-198B-41FC-AFF1-7878F0A2D15E}" dt="2026-08-06T07:47:35.289" v="24" actId="20577"/>
          <ac:spMkLst>
            <pc:docMk/>
            <pc:sldMk cId="1714025641" sldId="262"/>
            <ac:spMk id="2" creationId="{27A48318-C5E9-8061-A5D9-FA9947A3169E}"/>
          </ac:spMkLst>
        </pc:spChg>
        <pc:spChg chg="del mod">
          <ac:chgData name="鸿翔 杨" userId="49ae226b328ea8a6" providerId="LiveId" clId="{B8CD1FE1-198B-41FC-AFF1-7878F0A2D15E}" dt="2026-08-06T06:16:42.794" v="7" actId="478"/>
          <ac:spMkLst>
            <pc:docMk/>
            <pc:sldMk cId="1714025641" sldId="262"/>
            <ac:spMk id="3" creationId="{AB308F2A-3E21-06EA-3635-D6D974ECE0AF}"/>
          </ac:spMkLst>
        </pc:spChg>
        <pc:spChg chg="add mod">
          <ac:chgData name="鸿翔 杨" userId="49ae226b328ea8a6" providerId="LiveId" clId="{B8CD1FE1-198B-41FC-AFF1-7878F0A2D15E}" dt="2026-08-06T08:05:26.531" v="164" actId="20577"/>
          <ac:spMkLst>
            <pc:docMk/>
            <pc:sldMk cId="1714025641" sldId="262"/>
            <ac:spMk id="7" creationId="{B4D533E2-37D4-0DAA-BE36-D27E841CE0E0}"/>
          </ac:spMkLst>
        </pc:spChg>
        <pc:spChg chg="add mod">
          <ac:chgData name="鸿翔 杨" userId="49ae226b328ea8a6" providerId="LiveId" clId="{B8CD1FE1-198B-41FC-AFF1-7878F0A2D15E}" dt="2026-08-06T08:06:00.946" v="187" actId="20577"/>
          <ac:spMkLst>
            <pc:docMk/>
            <pc:sldMk cId="1714025641" sldId="262"/>
            <ac:spMk id="8" creationId="{BBC56082-EFE9-C7CE-2954-8BEA0D157F7C}"/>
          </ac:spMkLst>
        </pc:spChg>
        <pc:spChg chg="add mod">
          <ac:chgData name="鸿翔 杨" userId="49ae226b328ea8a6" providerId="LiveId" clId="{B8CD1FE1-198B-41FC-AFF1-7878F0A2D15E}" dt="2026-08-06T08:06:56.342" v="194" actId="20577"/>
          <ac:spMkLst>
            <pc:docMk/>
            <pc:sldMk cId="1714025641" sldId="262"/>
            <ac:spMk id="9" creationId="{24B5D54F-A56C-E2F6-B576-75AE4B6B7171}"/>
          </ac:spMkLst>
        </pc:spChg>
        <pc:spChg chg="add mod">
          <ac:chgData name="鸿翔 杨" userId="49ae226b328ea8a6" providerId="LiveId" clId="{B8CD1FE1-198B-41FC-AFF1-7878F0A2D15E}" dt="2026-08-06T08:17:52.932" v="324" actId="20577"/>
          <ac:spMkLst>
            <pc:docMk/>
            <pc:sldMk cId="1714025641" sldId="262"/>
            <ac:spMk id="10" creationId="{0453954D-6052-45D7-B7A7-9AEF5BCEE07F}"/>
          </ac:spMkLst>
        </pc:spChg>
        <pc:picChg chg="add del mod">
          <ac:chgData name="鸿翔 杨" userId="49ae226b328ea8a6" providerId="LiveId" clId="{B8CD1FE1-198B-41FC-AFF1-7878F0A2D15E}" dt="2026-08-06T07:56:24.124" v="25" actId="478"/>
          <ac:picMkLst>
            <pc:docMk/>
            <pc:sldMk cId="1714025641" sldId="262"/>
            <ac:picMk id="4" creationId="{E67B85C3-A736-0669-3FC4-7593A40C4A66}"/>
          </ac:picMkLst>
        </pc:picChg>
        <pc:picChg chg="add mod">
          <ac:chgData name="鸿翔 杨" userId="49ae226b328ea8a6" providerId="LiveId" clId="{B8CD1FE1-198B-41FC-AFF1-7878F0A2D15E}" dt="2026-08-06T08:17:54.444" v="325" actId="1076"/>
          <ac:picMkLst>
            <pc:docMk/>
            <pc:sldMk cId="1714025641" sldId="262"/>
            <ac:picMk id="6" creationId="{D7397E73-70AD-53FE-F2B5-A9319DE34D6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68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627 589,'0'0,"0"0,0 0,0 0,0 0,0 0,0 0,0 0,0 0,0 0,13 0,-13 0,0 0,0 0,0 0,0 0,0 0,14 0,-14 0,0 0,0 0,0 0,0 0,13 0,-13 0,13 0,0 0,1 0,-1 0,0 0,0 0,1 0,-1 0,0 0,-13 0,13 0,1 0,-1 0,0 0,-13 0,13 0,-13 0,0 0,0 0,14 0,-14 0,13-12,-13 12,0 0,13 0,0 0,-13 0,14 0,-1-11,0 11,0 0,1 0,-1 0,0-12,0 12,1 0,-14 0,13 0,-13-11,13 11,-13 0,0 0,13 0,-13 0,0 0,14 0,-14 0,0-12,13 12,-13 0,0 0,13 0,-13 0,0 0,13 0,-13 0,0 0,14 0,-14 0,0 0,0 0,0 0,0 0,13 0,-13 0,0 0,0-11,0 11,0 0,0 0,0 0,0 0,0 0,0 0,0 0,0 0,13 0,-13 0,0 0,0 0,0 0,0 0,13 0,-13 0,0 0,0 0,27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69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655 510,'0'0,"0"0,0 0,0 0,0 0,0 0,0 0,13 0,-13 0,0 0,0 0,13 0,-13 0,0 0,0 0,12 0,-12 0,13 14,0-14,0 0,0 13,-13-13,12 14,1-14,0 14,0-14,0 14,-1-14,1 13,0-13,0 14,-1-14,-12 14,13-14,-13 14,13-14,-13 0,13 0,-13 0,0 0,13 13,-13-13,0 0,12 0,-12 0,0 0,13 0,-13 0,0 0,0 0,0 14,13-14,-13 0,0 0,0 0,0 0,0 0,0 0,0 0,0 0,0 0,0 0,0 0,0 0,0 0,0 0,0 0,13 14,-13-14,0 0,0 14,13-14,-13 0,0 13,12-13,-12 14,0-14,0 0,0 14,13-14,-13 0,-13 14,13-14,0 13,0-13,0 0,0 0,-12 14,12-14,0 0,-13 14,13-14,-13 0,13 0,0 14,-13-14,0 0,13 0,-12 0,-1 13,13-13,-13 0,0 14,0-14,1 0,-1 14,0-14,13 0,0 0,-13 0,13 0,0 0,0 0,-12 0,12 0,0 14,0-14,0 0,-13 0,13 0,0 0,-13 0,0 0,13 13,-13-13,1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0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1007 571,'0'0,"0"0,0 0,0 0,0 0,0 0,0 13,0-13,0 0,0 13,0-13,0 0,0 14,0-14,0 13,0-13,0 13,0 0,0 14,0-14,0 14,0-1,0-13,0 14,0-1,0 1,0-1,0 1,0-1,0 1,13 12,-13 1,0 0,0 0,0-14,0 1,0-1,14 14,-14 13,0-27,0 1,0-1,0 1,0-1,13 1,-13-14,0 13,13-12,-13-1,0 0,14 13,-14-12,13 12,-13-13,13 14,-13-14,0 14,0-27,0 13,0 0,14 0,-14 1,0-1,0 0,0 0,0 1,0-14,0 13,0 0,0-13,0 13,0-13,0 13,0 1,0-1,0 0,0 0,0-13,0 14,0-1,0-13,0 13,0 0,0 1,0-1,0 0,0 0,0 1,0-14,0 13,0 0,0 0,0-13,0 14,0-1,0 0,0-13,0 13,0 1,0-14,0 0,0 13,0-13,0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1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1006 675,'0'0,"0"0,0 0,0 0,0 0,0 0,0 0,0 0,0 0,13 13,-13-13,0 0,0 0,0 0,0 0,12 12,-12-12,0 0,0 0,0 13,13-13,-13 12,0 1,12-1,-12 1,0-13,13 25,-1-12,1 12,-13-12,13-1,-1 1,-12-13,0 12,13-12,-13 13,12-13,-12 12,0-12,13 0,-13 0,0 0,0 0,0 0,0 0,0 0,0 0,0-12,0 12,13 0,-13 0,0 0,0 0,0 0,0 0,0 0,12 0,-12 0,0 0,0 0,0 0,0 0,0 0,13 0,-13 0,0-13,0 13,12 0,-12-12,0 12,0 0,0 0,13-13,-13 13,0-12,0 12,0-13,0 13,0-13,0 13,0 0,12-12,-12 12,0 0,-12-13,12 13,0 0,0 0,0-12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1023 941,'0'0,"0"0,0 0,0 0,0 0,0 0,0 0,0 0,0 13,0-13,0 0,13 0,-13 0,0 13,0-13,0 0,0 0,0 14,0-14,0 13,0 0,0-13,14 13,-14 1,0 12,0-13,0 1,0-1,0 13,0-12,0 12,13-13,-13 14,0-14,0 0,0 1,0-1,0-13,0 13,13-13,-13 13,0-13,0 14,0-14,0 0,0 13,0-13,0 0,0 0,0 0,0 0,0 0,0 0,0 0,0 13,0-13,0 0,0 0,0 13,0-13,0 13,0-13,0 14,0-14,0 13,0-13,0 13,0-13,0 13,0 1,0-1,0 0,0 0,0 1,0-1,0-13,0 13,0 0,0-13,0 14,0-1,14-13,-14 13,0-13,0 13,0-13,0 14,13-1,-13-13,0 13,13 0,-13-13,0 14,14-1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3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1152 939,'0'0,"0"0,0 0,0 0,0 0,0 0,0 0,0 0,0 13,0-13,0 0,0 0,0 13,0-13,0 0,0 0,0 0,0 12,0-12,0 0,0 13,0-13,0 13,-13 0,13 12,-14-12,1 12,0 1,13-13,-13 12,-14 1,14-13,13-1,-13 1,-1 0,14 0,-13-1,13-12,0 0,0 13,0-13,0 0,0 0,0 0,0 0,0 0,0 0,0 0,0 0,0-13,0 13,13 0,-13 0,0 0,14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4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1026 938,'0'0,"0"0,0 0,0 0,0 0,0 0,0 0,0 0,0 0,13 0,-13 0,0 0,0 0,0 0,12 0,-12 0,0 0,0 0,0 0,13 0,-13 0,0 0,13 13,-13-13,0 0,12 12,1-12,0 13,-13-1,13 1,-1-13,1 12,0 1,-1-1,1 13,0-12,-1-1,1 1,0-1,-1-12,1 13,0-13,-13 12,13-12,-13 0,12 13,-12-13,13 0,-13 0,0 0,0 0,13 0,-13 0,0 0,0 0,0 0,0 0,0 0,12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5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526 1322,'0'0,"0"0,0 0,0 0,13 0,-13 0,0 0,13 0,-13 0,13 0,-13 0,14 0,-1 0,0 0,-13 12,13-12,0 0,0-12,-13 12,26 0,-12 0,-1 0,0-13,13 13,-13 0,13-12,-12 12,-1 0,0-12,13 12,-13 0,14-12,-27 12,26 0,-13-13,0 13,0 0,13-12,-12 12,-1 0,0-12,0 12,0 0,0 0,-13 0,13 0,14 0,-14 0,0-12,0 12,0 0,0 0,0 0,1 0,-1 0,0 0,0 0,0 0,-13 0,13 0,0 0,0 0,1 0,12 0,-13 0,13 0,-13 0,0 0,1 0,-1 0,0 0,-13 0,13 0,0 0,13 0,-12 0,-1 0,13 0,-13 0,0 0,0 0,0 0,14 0,-14 0,13 0,0 0,-13 0,1 0,-1 0,13 0,-13 0,0 0,0 0,-13 0,14 0,-14 0,13 0,-13 0,13 0,-13 0,13 0,0 0,13 0,-13 0,14 0,-14 0,13 0,0-13,-13 13,14 0,-14 0,0 0,0 0,0-12,0 12,-13 0,0 0,0 0,14 0,-14 0,0 0,0 0,0 0,0 0,13 0,-13 0,13 0,-13 0,13 0,-13 0,13 0,-13 0,13 0,-13 0,13 0,-13 0,13 0,1 0,-14 0,13 0,0 0,-13 0,13 0,0 0,0 0,0 0,0-12,-13 12,14 0,-14 0,13 0,-13 0,0 0,0 0,13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6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646 1178,'0'0,"0"0,0 0,0 0,0 0,0 0,0 0,0 0,13 0,-13 0,0 0,0 0,0 0,13 0,-13 0,0 0,0 0,0 14,12-14,-12 0,0 0,13 0,-13 0,13 0,0 14,-13-14,12 0,1 14,-13-14,13 0,0 0,-13 13,12-13,1 0,-13 14,13-14,0 0,-1 0,1 14,0-14,0 0,-1 14,1-14,-13 0,13 0,-13 14,13-14,-13 0,12 0,-12 14,0-14,0 0,13 0,-13 14,0-14,13 13,-13-13,13 0,-13 0,0 0,12 0,-12 0,0 14,0-14,0 0,0 0,0-14,0 14,0 0,0 0,0 14,0-14,0 0,0 0,0 0,0 0,0 0,0 0,0 0,0 0,-12 0,12 0,0 0,0 0,0 0,0 0,0 0,0 0,0 0,0 0,0 0,-13 0,13 0,0 0,0 0,0 0,0 0,0 0,0 0,0 0,0 0,-13 0,13 0,0 14,0-14,0 0,0 0,-13 0,13 0,0 0,0 0,0 0,-12 0,12 14,0-14,-13 0,13 0,0 0,-13 0,13 0,-13 14,1-14,12 0,-13 0,0 14,0-14,13 0,-12 0,-1 13,13-13,-13 0,13 0,-13 0,13 14,-12-14,12 0,-13 0,13 0,-13 0,13 0,0 0,0 14,-13-14,13 0,0 0,-12 0,12 0,0 0,-39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7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560 1034,'0'0,"0"0,0 0,0 0,0 0,0 0,13 0,-13 0,0 0,0 0,13 0,-13 0,13 0,0 0,-13 0,13 0,13 0,-13 0,13 0,-13 0,13 0,0 0,-13 0,13 0,0 0,-13 0,13 0,-13 0,13 0,-14 0,14 0,0 0,-13 0,0 0,13 0,-13 0,0 0,0 0,0 0,0 0,0 0,0 0,0 12,0-12,-13 0,26 0,-13 0,0 12,13-12,-13 0,0 12,0-12,0 0,13 0,-13 12,0-12,0 0,0 0,13 0,-13 12,0-12,0 0,0 0,0 0,0 13,0-13,0 0,0 0,0 0,0 0,13 12,-26-12,13 0,0 0,0 0,0 0,0 12,-1-12,1 0,0 0,0 0,0 0,0 12,-13-12,13 0,-13 0,13 0,0 0,0 0,0 0,0 0,-13 0,13 12,0-12,0 0,0 0,0 0,0 0,0 0,0 0,0 0,-13 0,13 0,0 0,-13 0,13 0,-13 0,0 0,0 0,0 0,13 0,-13 0,0 0,0 0,0 0,0 0,0 0,13 0,-26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8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762 1029,'0'0,"0"0,0 0,0 0,0 0,0 0,0 0,13 0,-13 0,0 0,0 0,13 0,-13 0,0 0,13 0,-13 0,0 0,13 0,-13 0,13 0,-13 0,13 0,-13 13,13-13,0 0,-13 0,13 13,0-13,0 0,0 14,0-14,0 13,-1-13,1 13,0-13,0 13,0-13,0 14,0-14,0 13,0-13,-13 13,13-13,0 13,-13-13,13 0,0 14,-13-14,13 13,-13-13,13 0,0 13,0 0,-13-13,13 13,0-13,0 14,-13-14,13 13,-13-13,13 0,-13 13,0-13,0 0,0 0,0 0,0 0,0 0,0 0,0 0,0 0,-13 0,13 0,0 13,0-13,0 0,0 0,-13 0,13 0,0 0,0 0,0 0,-13 0,13 0,0 14,-13-14,13 0,-13 0,13 0,-13 0,13 0,-13 0,0 13,0-13,0 0,0 0,0 0,-13 0,13 13,-13-13,0 0,13 0,-12 0,12 0,0 0,0 13,13-13,-13 0,0 0,13 0,-13 0,0 0,0 0,13 0,-13 14,-13-14,13 0,-13 0,13 0,0 0,-13 13,13-13,0 0,-26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79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719 564,'0'-11,"0"11,0 0,0 0,0 0,13 0,-13 0,0 0,13 0,-13 0,0 0,14-12,-14 12,13 0,-13 0,13 0,-13 0,13 0,-13 0,14-12,-1 12,0 0,14 0,-14 0,13 0,1 0,-1 0,14 0,0 0,-14 0,1 0,-1 0,1 0,-14 12,14-12,-1 0,-13 0,14 12,-14-12,14 0,-14 0,13 0,-12 0,-1 0,0 0,0 11,1-11,-1 0,0 0,14 0,-14 0,0 0,0 0,1 0,-1 0,0 0,0 0,1 0,-1 0,-13 12,13-12,0 0,1 0,-14 0,13 0,-13 0,13 12,0-12,-13 0,14 0,-1 0,0 0,-13 0,13 0,1 0,-1 0,-13 0,13 0,0 0,-13 0,14 0,-1 12,0-12,0 0,1 0,-1 0,-13 0,13 11,-13-11,13 0,-13 0,0 0,14 0,-1 0,-13 0,13 0,0 0,-13 0,14-11,-1 11,-13 0,13 0,0 0,-13 0,14 0,-14 0,0 0,13 0,-13 0,0 0,0 0,0 0,13 0,-13-12,0 12,13 0,-13 0,14 0,-14 0,13-12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0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716 1201,'0'0,"0"0,0 0,0 0,0 0,0 0,13 0,-13 0,0 12,13-12,-13 0,0 0,14 0,-14 0,13 0,0 0,0 0,1 0,12 13,-13-13,0 0,14 0,-14 0,0 0,1 0,12 0,-13 0,1 0,-1-13,13 13,-13 0,14 0,-14 0,0 0,1 0,12 0,-13 0,0 0,1-12,-1 12,0 0,0 0,14 0,-14-13,0 13,14-12,-14 12,13-13,1 1,-1-1,1 1,12-1,1-12,-13 25,-1-12,14-1,-14 1,1 12,-1-13,14 13,-27 0,13-12,1 12,-14 0,0 12,0-12,1 0,-14 0,13 0,-13 0,0 0,13 0,-13 0,13 0,-13 0,14 0,-1 0,0 0,0 0,0 0,-13 0,14 0,-1 13,0-13,0 0,-13 0,14 0,-1 0,-13 0,13 0,-13 0,0 0,13 0,-13 0,0 0,0 0,0 0,0 0,0 0,0 0,0 0,0 0,0 0,0 0,0 0,0 0,14 12,-14-12,0 0,13 0,-13 0,0 0,13 0,-13 13,0-13,13 0,-13 0,0 0,0 0,13 0,-13 12,0-12,0 0,0 0,14 0,-14 0,0 0,0 0,0 0,13 13,-13-13,0 0,0 0,13 0,-13 0,0 0,0 0,13 0,-13 0,0 0,14 0,-1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1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715 1252,'0'0,"0"0,0 0,0 0,0 0,0 0,13 0,-13 0,0 0,0 0,13 13,-13-13,0 0,14 0,-14 0,13 0,-13 0,13 0,0 14,1-14,-1 0,13 0,1 0,-1 0,-12 0,12 0,14 0,-14 0,14 0,0-14,-1 14,1 0,0-13,0 13,-14 0,1-14,12 14,-12 0,12 0,-12 0,-14 0,14-13,-1 13,-13 0,1 0,-14 0,13 0,0 0,0 0,-13 0,14 0,-1 0,0 0,14 0,-14 0,0-14,0 14,1 0,-1 0,0 0,0 0,1 0,12 0,-13 0,0 0,1 0,-1 0,13 0,-12 0,-14 0,13 0,0-13,14 13,-14 0,0 0,0 0,-13 0,14 0,-14 0,13 0,-13 0,0 0,0 0,13 0,-13 0,13 0,-13 0,14 0,-1 0,0 0,14 0,-1 0,0 0,1 0,-14 0,14 0,-1 0,-13 0,1 0,-1 0,0 0,-13 0,13 0,-13 0,0 0,0 0,0 0,0 0,0 0,0 0,0 0,0 0,0 0,0 0,0 0,14 0,-14 0,0 0,13 0,-13 0,0 0,13 0,-13 0,0 0,0 0,13 0,-13 0,0 0,0 0,0 0,14 0,-14 0,0 0,0 0,0 0,0 0,0 0,13 0,-13 0,0 0,0 0,13 0,27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1033 1086,'0'0,"0"0,0 0,0 0,0 13,0-13,0 13,0-13,13 14,-13-14,0 13,0 0,12 0,-12 1,0-1,13 0,-13 13,13 1,0 13,-13-14,12 1,1-1,-13 14,13-14,0 1,-13 12,12 1,-12 0,13-1,-13 1,13-14,0 14,-13 0,12-14,1 14,-13-14,13 1,-13 26,13-14,-13 1,0 0,12-1,-12 1,0 0,0-1,13 1,-13-14,0 14,0-27,13 14,-13-1,13-12,-13 12,12-13,-12 14,13-14,-13-13,13 13,-13 0,25 14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3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1231 1078,'-13'0,"13"0,0 0,0 0,0 0,0 0,0 0,0 13,0-13,-12 0,12 0,0 13,0-13,-13 13,1 0,12 0,-13 13,1-13,12-1,-13 14,1 0,-1 0,13 0,-12 0,-1 0,1-13,12 25,-13-12,1 13,-1 0,13 0,-12-13,12 0,0-14,0 14,-13-13,13 0,0 0,0-13,0 13,0-13,0 0,0 0,0 0,0 0,0-13,0 13,13 0,-13 0,0 0,0 0,0 0,0 0,0 0,0 0,0 0,0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4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1032 1087,'0'0,"0"0,0 0,0 0,0 0,13 0,-13 0,13 0,-13 0,14 0,-14 0,13 0,0 0,14 0,-14 0,0 0,14 0,-14 13,26-13,-25 14,-1-14,13 0,-12 13,-1-13,0 0,0 13,1-13,-1 0,0 14,0-14,0 13,1-13,-1 0,-13 13,13-13,-13 0,13 14,-13-14,14 13,-14-13,13 13,-13-13,13 13,-13-13,13 14,-13-14,13 13,1-13,-14 13,13-13,0 14,0-14,1 13,-1-13,0 13,0-13,-13 0,14 0,-14 14,13-14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5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695 465,'12873'0,"-12873"11021,-12873-11021,12873-11021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6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1301 775,'0'-13,"0"13,0 0,0 0,0 0,0 0,0 0,0 0,0 0,0 0,13 0,-13 0,0 0,0 0,0 0,0 0,13 0,-13 0,0 0,0 0,0 0,13 0,-13 0,0 0,13-14,0 14,0 0,0 0,0 0,0 0,0 0,0 0,0 0,-1-13,1 13,0 0,-13 0,13 0,0 0,-13 0,13 0,0 0,-13 0,13 0,0 0,0 0,0 13,0-13,0 0,13 0,-13 0,-13 0,13 0,0 0,0 0,-13 0,13 0,-13 14,0-14,13 0,-13 0,0 0,0 0,13 0,-13 0,0 0,13 0,0 0,-1 0,1 0,-13 0,13 0,0 0,0 0,-13 0,13 0,0 0,-13 0,0 0,13 0,-13 0,0 0,0 0,0 0,0 0,0 0,13 0,-13 0,13 0,-13 0,0 0,13 0,-13 0,0 0,0 0,13 0,-13 0,0 0,0 0,0 0,0 0,0 0,0 0,0 0,0 0,0 0,0 0,0 13,0-13,0 0,0 0,0 0,0 0,0 0,0 0,0 0,0 0,0 0,0 0,0 0,0 0,0 0,0 0,0 13,0-13,0 0,-13 0,13 0,0 0,0 0,0 0,0 0,0 0,0 0,0 0,0 0,0 0,0 0,0 0,0 14,0-14,0 0,0 0,0 0,0 0,0 0,0 0,0 13,0-13,0 0,0 13,0 1,0-14,0 13,0 0,0-13,0 13,0 1,0-1,0 0,0 1,-13-14,13 26,0-12,0 12,0-12,-13-1,13 0,0 1,0-1,0 0,0 1,-13-1,13 0,0 1,0-14,0 13,0 0,0-13,0 13,0 1,0-14,0 13,0-13,0 13,0-13,0 14,0-1,0 0,0 1,0-1,0 0,0-13,0 14,0-1,0 0,0 1,0-14,0 13,0 0,0 1,0-14,0 13,0 0,0-13,0 14,-13-14,13 13,0-13,0 13,0 0,0 1,0-1,0 0,0 1,0-1,0 0,0 1,-13-1,13 0,0 1,0-1,0 0,0 14,0-14,0 1,0-1,0 0,-13 1,13 12,0-13,0 1,0-1,0 0,0 14,0-14,0 14,0 0,-13-14,13 14,0-14,0 14,0 12,0-12,0 0,0-1,0 1,0 0,-13-14,13 0,0 14,0-14,0 14,0-14,-13 1,13-1,0 0,0 14,0-1,0 1,0 0,0 13,0-27,0 14,0-1,0 1,0 0,0-14,0 0,0 0,0 1,0-1,0 0,0 1,0-1,0 0,0 1,0 12,0-12,0-1,0 14,0-14,0 0,0 1,0-1,0 0,0 1,0-1,0 0,0 0,0-13,0 14,0-14,0 13,0-13,0 0,0 0,0 13,0-13,0 0,0 14,0-14,0 13,0-13,0 13,0-13,0 0,0 14,0-14,0 0,0 0,0 0,0 0,0 0,0 0,0 0,0 0,-13 0,13 0,0 0,0 0,-12 0,12 0,-26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7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1257 950,'0'0,"0"0,0 0,0 0,0 0,0 0,13 0,-13 0,0 0,0 0,13 0,-13 0,13 0,-13 0,0 0,13 0,1 0,-1 0,0 0,-13 0,13 0,0 0,0 0,0 0,0 12,0-12,14 0,-14 13,13-13,0 0,0 12,-13-12,0 0,14 0,-14 12,13-12,-13 0,0 0,0 0,-13 0,13 0,0 12,1-12,-1 0,-13 0,13 0,0 0,0 0,-13 0,13 0,-13 0,13 0,0 0,0 0,0 0,1 0,-14 0,13 0,0 0,-13 0,13 0,-13 12,13-12,0 0,-13 0,13 0,-13 0,13 0,-13 0,13 0,-13 0,13 0,-13 0,14 0,-14 0,13 0,-13 0,13 0,-13 0,0 0,13 0,-13-12,13 12,-13 0,0 0,0 0,13 0,-13 0,13 0,-13 0,0 0,13 0,-13-12,13 12,-13 0,13 0,1 0,-14 0,13 0,-13 0,13 0,-13 0,0 0,0-12,13 12,-13 0,0 0,13 0,-13 0,0-12,0 12,13 0,-13 0,0 0,13 0,-13 0,0 0,0 0,0 0,0 0,13-13,-13 13,0 0,13 0,-13 0,13 0,-13 0,0 0,0 0,14 0,-14 0,0 0,13 0,-13 0,0 0,0 0,13 0,-13 0,0 0,0 0,13 0,-13 0,0 0,0 0,13 0,-13 0,0-12,13 12,-13 0,0 0,13 0,-13-12,13 12,-13 0,13 0,0 0,-13-12,14 12,-1 0,0-12,0 12,-13 0,0 0,13 0,-13-12,0 12,0 0,0 0,0 0,0 0,0 0,0 0,0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8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1350 883,'0'0,"0"0,0 0,0 0,0 0,0 0,13 0,-13 0,0 0,0 0,13 0,-13 0,0 0,14 0,-14 0,0 0,13 0,0 0,-13 0,13 0,1 0,-1 0,13 0,1-12,-14 12,14 0,-1 0,-13 0,14 0,-14-11,0 11,14 0,-14 0,14-12,-14 12,0 0,0 0,0 0,1 0,-1 0,0-11,0 11,1 0,-1 0,-13 0,0 0,13 0,0 0,1 0,-14 0,13 0,-13 0,13 0,-13 0,13 0,-13 0,14-12,-14 12,13 0,0 0,-13 0,13 0,-13 0,14 0,-14 0,13-11,-13 11,13 0,-13 0,13 0,-13 0,14 0,-14 0,13 0,-13 0,0 0,13 0,-13 0,13 0,-13-12,14 12,-1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89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1398 798,'0'0,"0"0,0 0,0 0,0 0,0 0,0 0,0 0,0 0,0 0,0 0,13 0,-13 0,0 0,0 0,0 0,0 0,0 0,12 0,-12 0,0 0,0 0,0 0,0 0,13 0,-13 0,12 0,-12 0,13 0,-1 13,1-13,0 0,-13 14,12-14,1 0,-13 0,12 13,1-13,0 13,-1-13,1 0,-1 13,-12-13,13 0,-13 0,0 14,12-14,-12 0,0 0,0 0,0 0,0 0,0 0,0 0,0 0,0 0,0 0,0 0,0 0,0 0,0 0,0 0,0 0,0 0,0 0,0 0,0 0,0 0,0 0,0 0,0 13,0-13,0 0,-12 0,12 0,0 0,0 0,0 0,0 0,0 0,-13 0,13 0,0 0,0 0,0 0,0 0,-12 0,12 0,0 13,0-13,-13 0,13 0,-12 0,12 13,-13-13,0 0,13 0,-12 14,12-14,-13 0,13 0,-12 0,12 13,-13-13,-12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90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1631 800,'0'0,"0"0,0 0,0 0,0 0,0 0,0 0,13 0,-13 0,0 0,13 0,-13 0,0 0,0 0,13 0,-13 0,0 0,12 0,-12 0,0 0,13 0,-13 0,13 0,-13 0,13 0,-13 0,13 0,-13 0,0 0,13 0,-13 0,13 0,-1 0,-12 0,13 0,0 0,0 0,-13 0,13 0,0 0,0 0,-1 0,-12 0,13 0,-13 0,13 0,-13 0,0 0,13 0,-13 0,0 0,0 0,0 0,0 0,0 0,0 0,0 0,0 0,0 0,0 0,0 0,0 0,13 0,-13 0,0 0,0 0,0 0,0 0,13 0,-13 0,0 0,0 0,13 0,-13 0,0 0,0 0,12 0,-12 0,0 0,0 0,0 0,0 0,0 0,0 0,0 0,0 0,0 0,0 0,0 0,0 0,0 0,0 0,13 0,-13 0,0 0,0 0,0 0,0 0,0 0,0 0,0 0,0 0,0 0,0 0,0 0,0 0,0 0,0 0,0 0,0 0,0 0,0 0,0 0,13 0,-13 0,0 0,0 0,0 0,0 0,0 0,0 0,0 0,0 0,0 0,0 0,0 0,0 0,0 0,0 0,0 0,0 0,0 0,0 0,13 0,-13 0,0 0,0 0,0 0,13 0,-13 0,0 0,13 0,-13 0,0 0,0 0,13 0,-13 0,0 0,12 0,-12 0,26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91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1674 869,'0'0,"0"0,0 0,0 0,0 0,0 0,0 0,13 0,-13 0,0 0,13 0,-13 0,0 0,0 0,14 0,-14 0,0 0,13 0,-13-13,13 13,0 0,1 0,-14 0,13 0,0 0,14 0,-1 0,0 0,1 0,-1 0,-12 0,12-12,0 12,-12 0,-1 0,0 0,0 0,1 0,-1 0,-13 0,13 0,-13 0,0 0,13-12,1 12,-14 0,13 0,0 0,0 0,0 0,1 0,-1 0,0 0,0-12,-13 12,27 0,-14 0,0 0,0 0,1 0,-14 0,13 0,13-12,-12 12,-1 0,0 0,14 0,-14 0,13 0,-13-12,1 12,-1 0,0 0,14 0,-14 0,13 0,-13 0,1 0,-1 0,-13 0,13 0,0 0,-13 0,14 0,-14 12,13-12,0 0,-13 0,13 0,1 0,-14 0,13 12,0-12,0 0,0 0,14 12,-14-12,0 0,1 0,-1 12,0-12,0 0,-13 0,13 0,-13 12,14-12,-14 0,13 0,-13 0,0 0,13 13,0-13,-13 0,14 0,-14 0,13 0,-13 0,13 12,-13-12,13 0,1 0,-14 0,13 0,-13 0,13 0,-13 0,0 0,13 0,-13 0,0 12,0-12,0 0,13 0,-13 0,0 0,14 0,-14 0,13 0,-13 0,13 12,-13-12,13 0,-13 0,14 0,-14 0,0 0,0 0,13 0,-13 0,0 0,0 0,0 12,13-12,-13 0,0-12,13 12,-13 0,0 0,13 0,-13 0,0 0,14 0,-14 0,0 0,13 0,-13 0,13 0,-13 0,13 0,-13 0,14 0,-14 12,13-12,-13 0,13 0,27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8-06T03:26:11.992"/>
    </inkml:context>
    <inkml:brush xml:id="br0">
      <inkml:brushProperty name="width" value="0.09701" units="cm"/>
      <inkml:brushProperty name="height" value="0.09701" units="cm"/>
    </inkml:brush>
  </inkml:definitions>
  <inkml:trace contextRef="#ctx0" brushRef="#br0">1976 797,'0'0,"0"0,0 0,0 0,0 0,0 0,0 0,0 0,0 0,0 0,13 0,-13 0,0 0,0 0,0 0,0 0,0 0,13 0,-13 0,0 0,0 0,0 0,13 0,-13 0,12 0,-12 0,13 0,0 13,-13-13,13 0,-13 14,13-14,0 13,0-13,0 13,-13-13,13 13,-13-13,13 14,-13-14,13 0,0 13,-13-13,0 0,12 0,-12 0,13 13,-13-13,13 0,-13 0,0 0,13 0,-13 13,13-13,-13 0,0 0,13 0,-13 0,0 0,0 14,0-14,0 0,0 0,0 0,0 0,0 0,0 0,0 0,0 0,0 0,0 0,-13 0,13 0,0 0,0 0,0 0,0 13,0-13,0 0,0 0,0 0,0 0,-13 0,13 0,0 0,0 0,0 0,0 0,0 0,0 0,0 0,-13 0,13 13,0-13,0 0,-13 0,13 0,0 0,-13 13,13-13,0 0,-12 14,-1-14,13 13,-13-13,0 0,0 13,0-13,0 13,0-13,0 14,0-14,0 0,0 13,1-13,-1 0,13 13,0-13,-13 0,13 0,-13 0,13 13,-13-13,13 0,-13 0,13 0,-13 0,13 0,-13 14,13-14,0 0,-13 0,13 0,0 0,0 0,-13 0,13 13,0-13,-13 0,13 0,0 0,0 0,-13 0,0 13,1-13,-1 0,13 13,-13-13,0 0,0 0,13 14,-26-1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8AB69-4FAC-4F5E-ACCE-ADB4BFB23A8A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81341-C2EF-4987-A4B6-E6BD922F5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60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EFEE4-03FF-1810-9A93-EA366DE64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8D4C38-18C0-05D2-D538-85B8A3EB8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679C5E-3160-A428-2353-6F39FBEB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D5B2A7-B5B5-D98D-CD48-00CFDEAA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0296E-8EF1-CC45-9550-4219C5E3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88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02E26-D23C-6563-E2D8-2255890C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FA7521-8C86-8D21-0179-78E2A9B5F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D966D1-CE49-F379-F621-8318752C8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95D750-6816-D0C8-0CFA-3B2338B1D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14C4A8-0AB5-F03C-0245-0E651B2F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07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C6374-0211-44E1-BB91-6F8971EFE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87DD01-5F16-CF03-091B-63FD25238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86CE47-3426-721F-CDA8-24325106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B52FBE-8094-448C-A30B-0617D28A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1EC3B-4305-AEB2-88F8-BB131AEB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21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91B5F-9EEE-7E69-D28B-D7387EA3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A3E538-103E-E430-BE7E-4491E591E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C6D07C-39DD-3339-A048-86685E9E7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3DFBCC-B221-B899-C573-B668D21CC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A7EE8A-748D-1F10-D5E2-82F069F1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C3980F-AB0B-2897-5688-DF0906A1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09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82AEC-4C5A-03AC-9BF4-FD01D0EFB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F7253B-E085-B273-79F8-74FEDE9C7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DB5D1F-F167-C4E6-1149-75FE1578F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D702A1-F805-EA6A-5D34-184BBDBAD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D078A9-028D-98DC-E606-ED2EB4006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5E2218-2106-9DC4-DB3A-686D7ADD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1D0F2C8-BE43-9335-43B6-6450D72C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5C1663-E5C0-6D40-6534-D8508390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05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9F763-A351-8DBE-FF8E-59B6D8E9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C36C44-4BAA-DA3D-5B4C-C82343B7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16EDB2-2864-2CE3-A6F7-2AB6DC4D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F5BE36-9D92-0B7E-1120-5FE25A230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728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55C5C3-BC1A-6FC8-2E9E-90FB6C8F2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9A913B-B803-4FB9-B425-7C269931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6BCB00-CCFA-AA1D-1BA9-F9EA8601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379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38B02-FED8-A993-7868-77D98933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54D3C4-31A0-4291-22A1-39DC7BCF0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5ABDB3-5034-25EF-5483-64ABD8B4F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9FF3DB-6212-EFCC-A50E-7092258C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769E95-ACC2-CDE3-8398-6C8E2E654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51CE8D-505F-DB07-E449-9F3118C9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1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8F473-ED9C-A9F9-761D-56E6F7BD8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10D8F9-2F78-0D72-E61C-6B2878F6E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4D51C9-BF08-CECF-C817-12CB79BB9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C7D5F8-138B-510B-D6AD-6B1F4674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7B5C60-A2EC-74F1-11D8-C1717C3F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CD13C5-2BBA-AFEC-8D1E-6F06BD9D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32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AB5BE-0C5F-2791-1C4B-D3BA8ECF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111614-F6AB-921F-D6D2-B314B2D59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F4169D-AC6F-82DC-6EE6-4C5A02BE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F6C1BA-1E0C-55DB-2956-67AC6467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20805F-B77E-7011-77DA-CC8B2984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90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AEA3D1-F9B6-08F5-3278-D8ADCF1FC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989079-2922-56EB-3707-0FA07DC42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AAB85-5E07-CB59-256E-FB39D938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E9D133-CA31-11E3-2373-15F0A1674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CCEBD4-13A1-52FA-546F-F573BB94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24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CFF936-D49D-22EA-38BD-E90DDAA16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047043-D3B6-7114-B211-E8470DBED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895D6D-93AB-234A-5B7A-080B320FD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0BEB0-3E82-4504-A638-AFFC370B7035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49BA1-6862-6062-2B88-A3325D764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C0763-0849-BE84-DE24-1D8B4811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3CEFF-A05A-4136-92E4-CE82DB9CE0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29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50" Type="http://schemas.openxmlformats.org/officeDocument/2006/relationships/image" Target="../media/image25.png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397DC-2ACD-2D85-5EC0-A29C1D29F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zh-CN" sz="4000" b="1" dirty="0"/>
              <a:t>信道 W 本身从头到尾没有变过</a:t>
            </a:r>
            <a:r>
              <a:rPr lang="zh-CN" altLang="zh-CN" sz="4000" dirty="0"/>
              <a:t>，变的只是</a:t>
            </a:r>
            <a:r>
              <a:rPr lang="zh-CN" altLang="en-US" sz="4000" dirty="0"/>
              <a:t>传输的形式</a:t>
            </a:r>
            <a:r>
              <a:rPr lang="zh-CN" altLang="zh-CN" sz="4000" dirty="0"/>
              <a:t>，在接收端</a:t>
            </a:r>
            <a:r>
              <a:rPr lang="zh-CN" altLang="zh-CN" sz="4000" b="1" dirty="0"/>
              <a:t>按顺序逐个解开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28B35A-E961-50D7-DB6C-6869E22958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不极化：先发</a:t>
            </a:r>
            <a:r>
              <a:rPr lang="en-US" altLang="zh-CN" dirty="0"/>
              <a:t>U1</a:t>
            </a:r>
            <a:r>
              <a:rPr lang="zh-CN" altLang="en-US" dirty="0"/>
              <a:t>再发</a:t>
            </a:r>
            <a:r>
              <a:rPr lang="en-US" altLang="zh-CN" dirty="0"/>
              <a:t>U2</a:t>
            </a:r>
          </a:p>
          <a:p>
            <a:r>
              <a:rPr lang="zh-CN" altLang="en-US" dirty="0"/>
              <a:t>       极化：先发</a:t>
            </a:r>
            <a:r>
              <a:rPr lang="en-US" altLang="zh-CN" dirty="0"/>
              <a:t>X1=U1    U2</a:t>
            </a:r>
            <a:r>
              <a:rPr lang="zh-CN" altLang="en-US" dirty="0"/>
              <a:t>，再发</a:t>
            </a:r>
            <a:r>
              <a:rPr lang="en-US" altLang="zh-CN" dirty="0"/>
              <a:t>X2=U2</a:t>
            </a:r>
            <a:endParaRPr lang="zh-CN" altLang="en-US" dirty="0"/>
          </a:p>
        </p:txBody>
      </p:sp>
      <p:sp>
        <p:nvSpPr>
          <p:cNvPr id="4" name="流程图: 或者 3">
            <a:extLst>
              <a:ext uri="{FF2B5EF4-FFF2-40B4-BE49-F238E27FC236}">
                <a16:creationId xmlns:a16="http://schemas.microsoft.com/office/drawing/2014/main" id="{33435764-ECBE-AAFE-2A50-C833E7C327CD}"/>
              </a:ext>
            </a:extLst>
          </p:cNvPr>
          <p:cNvSpPr/>
          <p:nvPr/>
        </p:nvSpPr>
        <p:spPr>
          <a:xfrm>
            <a:off x="6375991" y="4210253"/>
            <a:ext cx="276446" cy="219666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43199F-5CAD-8205-4840-72942D3350AB}"/>
              </a:ext>
            </a:extLst>
          </p:cNvPr>
          <p:cNvSpPr txBox="1"/>
          <p:nvPr/>
        </p:nvSpPr>
        <p:spPr>
          <a:xfrm>
            <a:off x="800986" y="4302328"/>
            <a:ext cx="106042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猜 U₁</a:t>
            </a:r>
            <a:r>
              <a:rPr lang="zh-CN" altLang="zh-CN" dirty="0"/>
              <a:t>：</a:t>
            </a:r>
          </a:p>
          <a:p>
            <a:pPr lvl="0"/>
            <a:r>
              <a:rPr lang="zh-CN" altLang="zh-CN" dirty="0"/>
              <a:t>Y₁=1, Y₂=1 → U₁⊕U₂=? 和 U₂=? 都是未知的</a:t>
            </a:r>
          </a:p>
          <a:p>
            <a:pPr lvl="0"/>
            <a:r>
              <a:rPr lang="zh-CN" altLang="zh-CN" dirty="0"/>
              <a:t>从 Y₂ 猜 U₂≈1（90%正确），假设 U₂=1，则 U₁=Y₁⊕U₂=1⊕1=0</a:t>
            </a:r>
          </a:p>
          <a:p>
            <a:pPr lvl="0"/>
            <a:r>
              <a:rPr lang="zh-CN" altLang="zh-CN" dirty="0"/>
              <a:t>但如果 Y₂ 翻转了（10%概率），U₂ 实际=0，则 U₁=Y₁⊕U₂=1⊕0=1 → </a:t>
            </a:r>
            <a:r>
              <a:rPr lang="zh-CN" altLang="zh-CN" b="1" dirty="0"/>
              <a:t>猜错了</a:t>
            </a:r>
            <a:endParaRPr lang="zh-CN" altLang="zh-CN" dirty="0"/>
          </a:p>
          <a:p>
            <a:pPr lvl="0"/>
            <a:r>
              <a:rPr lang="zh-CN" altLang="zh-CN" dirty="0"/>
              <a:t>U₁ 的正确率 ≈ 0.9×0.9 + 0.1×0.1 = 0.82 → </a:t>
            </a:r>
            <a:r>
              <a:rPr lang="zh-CN" altLang="zh-CN" b="1" dirty="0"/>
              <a:t>比 90% 差</a:t>
            </a:r>
            <a:endParaRPr lang="zh-CN" altLang="zh-CN" dirty="0"/>
          </a:p>
          <a:p>
            <a:r>
              <a:rPr lang="zh-CN" altLang="zh-CN" b="1" dirty="0"/>
              <a:t>猜 U₂</a:t>
            </a:r>
            <a:r>
              <a:rPr lang="zh-CN" altLang="zh-CN" dirty="0"/>
              <a:t>（假设 U₁ 已经猜对 = 0）：</a:t>
            </a:r>
          </a:p>
          <a:p>
            <a:pPr lvl="0"/>
            <a:r>
              <a:rPr lang="zh-CN" altLang="zh-CN" dirty="0"/>
              <a:t>Y₁=1 → U₂ = U₁⊕Y₁ = 0⊕1 = 1</a:t>
            </a:r>
          </a:p>
          <a:p>
            <a:pPr lvl="0"/>
            <a:r>
              <a:rPr lang="zh-CN" altLang="zh-CN" dirty="0"/>
              <a:t>Y₂=1 → U₂ = 1</a:t>
            </a:r>
          </a:p>
          <a:p>
            <a:pPr lvl="0"/>
            <a:r>
              <a:rPr lang="zh-CN" altLang="zh-CN" dirty="0"/>
              <a:t>两个观测都说 U₂=1 → </a:t>
            </a:r>
            <a:r>
              <a:rPr lang="zh-CN" altLang="zh-CN" b="1" dirty="0"/>
              <a:t>除非两个都翻转（0.1×0.1=1% 概率），否则不会错</a:t>
            </a:r>
            <a:endParaRPr lang="zh-CN" altLang="zh-CN" dirty="0"/>
          </a:p>
          <a:p>
            <a:pPr lvl="0"/>
            <a:r>
              <a:rPr lang="zh-CN" altLang="zh-CN" dirty="0"/>
              <a:t>U₂ 的正确率 ≈ 1 - 0.01 = 0.99 → </a:t>
            </a:r>
            <a:r>
              <a:rPr lang="zh-CN" altLang="zh-CN" b="1" dirty="0"/>
              <a:t>比 90% 好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865396-7E19-3684-8A5A-A62ED317A374}"/>
              </a:ext>
            </a:extLst>
          </p:cNvPr>
          <p:cNvSpPr txBox="1"/>
          <p:nvPr/>
        </p:nvSpPr>
        <p:spPr>
          <a:xfrm>
            <a:off x="666307" y="3429000"/>
            <a:ext cx="246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假设</a:t>
            </a:r>
            <a:r>
              <a:rPr lang="en-US" altLang="zh-CN" dirty="0"/>
              <a:t>U1=0</a:t>
            </a:r>
            <a:r>
              <a:rPr lang="zh-CN" altLang="en-US" dirty="0"/>
              <a:t>，</a:t>
            </a:r>
            <a:r>
              <a:rPr lang="en-US" altLang="zh-CN" dirty="0"/>
              <a:t>U2=1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1011BA-CE67-2805-FBF9-DD694F35BC15}"/>
              </a:ext>
            </a:extLst>
          </p:cNvPr>
          <p:cNvSpPr txBox="1"/>
          <p:nvPr/>
        </p:nvSpPr>
        <p:spPr>
          <a:xfrm>
            <a:off x="347330" y="425302"/>
            <a:ext cx="564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极化码原理重讲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F3D854-7A1A-12D9-BE10-33FE48B0AB14}"/>
              </a:ext>
            </a:extLst>
          </p:cNvPr>
          <p:cNvSpPr txBox="1"/>
          <p:nvPr/>
        </p:nvSpPr>
        <p:spPr>
          <a:xfrm>
            <a:off x="9611833" y="4735033"/>
            <a:ext cx="2055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所以坏信道直接传冻结比特，</a:t>
            </a:r>
            <a:r>
              <a:rPr lang="en-US" altLang="zh-CN" dirty="0"/>
              <a:t>U2</a:t>
            </a:r>
            <a:r>
              <a:rPr lang="zh-CN" altLang="en-US" dirty="0"/>
              <a:t>就是零！</a:t>
            </a:r>
          </a:p>
        </p:txBody>
      </p:sp>
    </p:spTree>
    <p:extLst>
      <p:ext uri="{BB962C8B-B14F-4D97-AF65-F5344CB8AC3E}">
        <p14:creationId xmlns:p14="http://schemas.microsoft.com/office/powerpoint/2010/main" val="68318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28BCA-03EC-9C13-354B-F35E60A35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637" y="21034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CN" altLang="zh-CN" b="1" dirty="0"/>
              <a:t>MSA，最小和算法</a:t>
            </a:r>
            <a:r>
              <a:rPr lang="zh-CN" altLang="en-US" b="1" dirty="0"/>
              <a:t>：</a:t>
            </a:r>
            <a:r>
              <a:rPr lang="zh-CN" altLang="zh-CN" dirty="0"/>
              <a:t>当所有输入LLR的绝对值都比较大时，tanh 的乘积可以用</a:t>
            </a:r>
            <a:r>
              <a:rPr lang="zh-CN" altLang="zh-CN" b="1" dirty="0"/>
              <a:t>最小的那个绝对值</a:t>
            </a:r>
            <a:r>
              <a:rPr lang="zh-CN" altLang="zh-CN" dirty="0"/>
              <a:t>来近似</a:t>
            </a:r>
            <a:r>
              <a:rPr lang="zh-CN" altLang="en-US" dirty="0"/>
              <a:t>；</a:t>
            </a:r>
            <a:r>
              <a:rPr lang="zh-CN" altLang="zh-CN" dirty="0"/>
              <a:t>运算简单意味着每轮迭代更快，15次迭代的总延迟远低于SPA。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>
                <a:highlight>
                  <a:srgbClr val="FFFF00"/>
                </a:highlight>
              </a:rPr>
              <a:t>码长越长，纠错能力越强</a:t>
            </a:r>
            <a:r>
              <a:rPr lang="zh-CN" altLang="en-US" dirty="0"/>
              <a:t>，但是码长越长，复杂度也会提升，所以降低复杂度就成了关键</a:t>
            </a:r>
            <a:br>
              <a:rPr lang="en-US" altLang="zh-CN" dirty="0"/>
            </a:br>
            <a:r>
              <a:rPr lang="en-US" altLang="zh-CN" dirty="0"/>
              <a:t>1</a:t>
            </a:r>
            <a:r>
              <a:rPr lang="zh-CN" altLang="zh-CN" b="1" dirty="0"/>
              <a:t> QC-LDPC</a:t>
            </a:r>
            <a:r>
              <a:rPr lang="zh-CN" altLang="en-US" b="1" dirty="0"/>
              <a:t>移位矩阵</a:t>
            </a:r>
            <a:r>
              <a:rPr lang="en-US" altLang="zh-CN" b="1" dirty="0"/>
              <a:t> 2</a:t>
            </a:r>
            <a:r>
              <a:rPr lang="zh-CN" altLang="zh-CN" b="1" dirty="0"/>
              <a:t> LU分解</a:t>
            </a:r>
            <a:r>
              <a:rPr lang="en-US" altLang="zh-CN" b="1" dirty="0"/>
              <a:t> 3</a:t>
            </a:r>
            <a:r>
              <a:rPr lang="zh-CN" altLang="zh-CN" dirty="0"/>
              <a:t> Dayan 序列构造</a:t>
            </a:r>
            <a:r>
              <a:rPr lang="en-US" altLang="zh-CN" dirty="0"/>
              <a:t>4</a:t>
            </a:r>
            <a:r>
              <a:rPr lang="zh-CN" altLang="en-US" dirty="0"/>
              <a:t>找到适合</a:t>
            </a:r>
            <a:r>
              <a:rPr lang="zh-CN" altLang="zh-CN" dirty="0"/>
              <a:t>量化位宽</a:t>
            </a:r>
            <a:r>
              <a:rPr lang="zh-CN" altLang="en-US" dirty="0"/>
              <a:t>，适配</a:t>
            </a:r>
            <a:r>
              <a:rPr lang="en-US" altLang="zh-CN" dirty="0"/>
              <a:t>LLR</a:t>
            </a:r>
            <a:r>
              <a:rPr lang="zh-CN" altLang="en-US" dirty="0"/>
              <a:t>和硬件</a:t>
            </a:r>
            <a:r>
              <a:rPr lang="en-US" altLang="zh-CN" dirty="0"/>
              <a:t>FPGA</a:t>
            </a:r>
            <a:br>
              <a:rPr lang="zh-CN" altLang="zh-CN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32BC40-C881-9CE3-1A42-BA2B1C88E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637" y="5114630"/>
            <a:ext cx="10515600" cy="4351338"/>
          </a:xfrm>
        </p:spPr>
        <p:txBody>
          <a:bodyPr/>
          <a:lstStyle/>
          <a:p>
            <a:r>
              <a:rPr lang="zh-CN" altLang="zh-CN" dirty="0"/>
              <a:t>标准算法叫 </a:t>
            </a:r>
            <a:r>
              <a:rPr lang="zh-CN" altLang="zh-CN" b="1" dirty="0"/>
              <a:t>SPA</a:t>
            </a:r>
            <a:r>
              <a:rPr lang="zh-CN" altLang="en-US" b="1" dirty="0"/>
              <a:t>，涉及</a:t>
            </a:r>
            <a:r>
              <a:rPr lang="zh-CN" altLang="zh-CN" b="1" dirty="0"/>
              <a:t>连乘</a:t>
            </a:r>
            <a:r>
              <a:rPr lang="zh-CN" altLang="zh-CN" dirty="0"/>
              <a:t> + </a:t>
            </a:r>
            <a:r>
              <a:rPr lang="zh-CN" altLang="zh-CN" b="1" dirty="0"/>
              <a:t>tanh</a:t>
            </a:r>
            <a:r>
              <a:rPr lang="zh-CN" altLang="zh-CN" dirty="0"/>
              <a:t> + </a:t>
            </a:r>
            <a:r>
              <a:rPr lang="zh-CN" altLang="zh-CN" b="1" dirty="0"/>
              <a:t>反tanh</a:t>
            </a:r>
            <a:r>
              <a:rPr lang="zh-CN" altLang="zh-CN" dirty="0"/>
              <a:t>，每个校验节点都要算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46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C88DB-C349-FBA0-0520-1A61558DE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PNC</a:t>
            </a:r>
            <a:r>
              <a:rPr lang="zh-CN" altLang="en-US" dirty="0"/>
              <a:t>多用户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A8D91F-C365-7DBA-8C6F-349C8EF9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一次完整的通信被分成 </a:t>
            </a:r>
            <a:r>
              <a:rPr lang="zh-CN" altLang="zh-CN" b="1" dirty="0"/>
              <a:t>4个时隙</a:t>
            </a:r>
            <a:r>
              <a:rPr lang="zh-CN" altLang="zh-CN" dirty="0"/>
              <a:t>，每个时隙持续一段时间，在这段时间内完成特定的收发任务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988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EDA0D-CDA9-8D1B-B1CB-5A2D8F89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APD</a:t>
            </a:r>
            <a:r>
              <a:rPr lang="zh-CN" altLang="en-US" dirty="0"/>
              <a:t>雪崩二极管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939956-E0E0-470A-4A20-628B85B6C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利用雪崩效应，将光信号转换为电信号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901F539-0E09-169E-82CA-1D37B5996B34}"/>
              </a:ext>
            </a:extLst>
          </p:cNvPr>
          <p:cNvSpPr txBox="1"/>
          <p:nvPr/>
        </p:nvSpPr>
        <p:spPr>
          <a:xfrm>
            <a:off x="8772525" y="3918313"/>
            <a:ext cx="881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LD</a:t>
            </a:r>
          </a:p>
        </p:txBody>
      </p:sp>
    </p:spTree>
    <p:extLst>
      <p:ext uri="{BB962C8B-B14F-4D97-AF65-F5344CB8AC3E}">
        <p14:creationId xmlns:p14="http://schemas.microsoft.com/office/powerpoint/2010/main" val="280388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EBD8D-2F31-B15C-D190-A432BF03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LD Driver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E1CFA24-B045-E5DF-D438-6600A7097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068" y="1867189"/>
            <a:ext cx="2464882" cy="43513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DFC3D1-69F0-6987-C70C-6DF56E7FC574}"/>
              </a:ext>
            </a:extLst>
          </p:cNvPr>
          <p:cNvSpPr txBox="1"/>
          <p:nvPr/>
        </p:nvSpPr>
        <p:spPr>
          <a:xfrm>
            <a:off x="3647407" y="735518"/>
            <a:ext cx="65242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LD driver 的核心确实是</a:t>
            </a:r>
            <a:r>
              <a:rPr lang="zh-CN" altLang="zh-CN" sz="1600" b="1" dirty="0"/>
              <a:t>运放 + 晶体管</a:t>
            </a:r>
            <a:r>
              <a:rPr lang="zh-CN" altLang="zh-CN" sz="1600" dirty="0"/>
              <a:t>构成的电压-电流（V-I）转换电路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4CB18F-9CE9-5665-E597-034D49593ABF}"/>
              </a:ext>
            </a:extLst>
          </p:cNvPr>
          <p:cNvSpPr txBox="1"/>
          <p:nvPr/>
        </p:nvSpPr>
        <p:spPr>
          <a:xfrm>
            <a:off x="3240768" y="1989744"/>
            <a:ext cx="2792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数据（</a:t>
            </a:r>
            <a:r>
              <a:rPr lang="en-US" altLang="zh-CN"/>
              <a:t>PPM</a:t>
            </a:r>
            <a:r>
              <a:rPr lang="zh-CN" altLang="en-US"/>
              <a:t>时隙脉冲）</a:t>
            </a:r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31106C-0951-E8FD-B413-94F77DFED8A0}"/>
              </a:ext>
            </a:extLst>
          </p:cNvPr>
          <p:cNvSpPr txBox="1"/>
          <p:nvPr/>
        </p:nvSpPr>
        <p:spPr>
          <a:xfrm>
            <a:off x="3394438" y="4412904"/>
            <a:ext cx="2854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MPD</a:t>
            </a:r>
            <a:r>
              <a:rPr lang="zh-CN" altLang="en-US"/>
              <a:t>监视光电流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C3FD22-5F0C-2D28-AF27-7847AA899990}"/>
              </a:ext>
            </a:extLst>
          </p:cNvPr>
          <p:cNvSpPr txBox="1"/>
          <p:nvPr/>
        </p:nvSpPr>
        <p:spPr>
          <a:xfrm>
            <a:off x="3530328" y="5190144"/>
            <a:ext cx="1553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配置</a:t>
            </a:r>
            <a:r>
              <a:rPr lang="en-US" altLang="zh-CN"/>
              <a:t>/</a:t>
            </a:r>
            <a:r>
              <a:rPr lang="zh-CN" altLang="en-US"/>
              <a:t>寄存器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A7F81E-5AE5-264E-A935-7E0B80503AF4}"/>
              </a:ext>
            </a:extLst>
          </p:cNvPr>
          <p:cNvSpPr txBox="1"/>
          <p:nvPr/>
        </p:nvSpPr>
        <p:spPr>
          <a:xfrm>
            <a:off x="6471013" y="1989744"/>
            <a:ext cx="294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输入缓冲</a:t>
            </a:r>
            <a:r>
              <a:rPr lang="en-US" altLang="zh-CN"/>
              <a:t>/</a:t>
            </a:r>
            <a:r>
              <a:rPr lang="zh-CN" altLang="en-US"/>
              <a:t>预驱动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332EF2-BCEC-1F1A-1F4A-BECAAAEACF7F}"/>
              </a:ext>
            </a:extLst>
          </p:cNvPr>
          <p:cNvSpPr txBox="1"/>
          <p:nvPr/>
        </p:nvSpPr>
        <p:spPr>
          <a:xfrm>
            <a:off x="6507843" y="2976534"/>
            <a:ext cx="294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调制电流开关</a:t>
            </a:r>
            <a:r>
              <a:rPr lang="en-US" altLang="zh-CN"/>
              <a:t> I_mod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A35FCC-8929-08F7-2732-410FF4E4B5E6}"/>
              </a:ext>
            </a:extLst>
          </p:cNvPr>
          <p:cNvSpPr txBox="1"/>
          <p:nvPr/>
        </p:nvSpPr>
        <p:spPr>
          <a:xfrm>
            <a:off x="6507843" y="3746789"/>
            <a:ext cx="294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偏置电流源</a:t>
            </a:r>
            <a:r>
              <a:rPr lang="en-US" altLang="zh-CN"/>
              <a:t> I_bias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A3324D-25C5-CC07-9DFD-40B276FD3A28}"/>
              </a:ext>
            </a:extLst>
          </p:cNvPr>
          <p:cNvSpPr txBox="1"/>
          <p:nvPr/>
        </p:nvSpPr>
        <p:spPr>
          <a:xfrm>
            <a:off x="9270093" y="3273714"/>
            <a:ext cx="1399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合成电流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13BA8B-F8CD-D7BA-DC59-19D033709F35}"/>
              </a:ext>
            </a:extLst>
          </p:cNvPr>
          <p:cNvSpPr txBox="1"/>
          <p:nvPr/>
        </p:nvSpPr>
        <p:spPr>
          <a:xfrm>
            <a:off x="6507843" y="4412904"/>
            <a:ext cx="2656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APC</a:t>
            </a:r>
            <a:r>
              <a:rPr lang="zh-CN" altLang="en-US"/>
              <a:t>反馈控制平均功率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98A026-E29D-3E43-1AE9-65E7256C54CD}"/>
              </a:ext>
            </a:extLst>
          </p:cNvPr>
          <p:cNvSpPr txBox="1"/>
          <p:nvPr/>
        </p:nvSpPr>
        <p:spPr>
          <a:xfrm>
            <a:off x="6553563" y="5190144"/>
            <a:ext cx="2564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限流，使能，保护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2356D2D1-2105-9CAD-1F82-56DC42B27B8B}"/>
                  </a:ext>
                </a:extLst>
              </p14:cNvPr>
              <p14:cNvContentPartPr/>
              <p14:nvPr/>
            </p14:nvContentPartPr>
            <p14:xfrm>
              <a:off x="5528673" y="2129444"/>
              <a:ext cx="209550" cy="28575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2356D2D1-2105-9CAD-1F82-56DC42B27B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10691" y="2109441"/>
                <a:ext cx="244781" cy="67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8FB529F0-47AA-6C20-ABBD-9681A7054D60}"/>
                  </a:ext>
                </a:extLst>
              </p14:cNvPr>
              <p14:cNvContentPartPr/>
              <p14:nvPr/>
            </p14:nvContentPartPr>
            <p14:xfrm>
              <a:off x="5662023" y="2081819"/>
              <a:ext cx="133350" cy="13335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8FB529F0-47AA-6C20-ABBD-9681A7054D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43822" y="2063567"/>
                <a:ext cx="169009" cy="169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62A54DF0-35F1-9DDE-2782-5AC1EDAA47F5}"/>
                  </a:ext>
                </a:extLst>
              </p14:cNvPr>
              <p14:cNvContentPartPr/>
              <p14:nvPr/>
            </p14:nvContentPartPr>
            <p14:xfrm>
              <a:off x="7338423" y="2372014"/>
              <a:ext cx="43180" cy="55753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62A54DF0-35F1-9DDE-2782-5AC1EDAA47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18832" y="2354240"/>
                <a:ext cx="81562" cy="5923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6BFCCE1C-9AD9-7B20-DF1D-21C22C2A4DAA}"/>
                  </a:ext>
                </a:extLst>
              </p14:cNvPr>
              <p14:cNvContentPartPr/>
              <p14:nvPr/>
            </p14:nvContentPartPr>
            <p14:xfrm>
              <a:off x="7333978" y="2867314"/>
              <a:ext cx="85725" cy="85725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6BFCCE1C-9AD9-7B20-DF1D-21C22C2A4D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15473" y="2848809"/>
                <a:ext cx="121979" cy="1219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F0C100DE-07F8-70A5-F54D-0791997AC222}"/>
                  </a:ext>
                </a:extLst>
              </p14:cNvPr>
              <p14:cNvContentPartPr/>
              <p14:nvPr/>
            </p14:nvContentPartPr>
            <p14:xfrm>
              <a:off x="7414623" y="4134139"/>
              <a:ext cx="43180" cy="257175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F0C100DE-07F8-70A5-F54D-0791997AC22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95032" y="4116214"/>
                <a:ext cx="81562" cy="292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8E88E4BF-27FF-B4EC-DA55-1C61CA12AE78}"/>
                  </a:ext>
                </a:extLst>
              </p14:cNvPr>
              <p14:cNvContentPartPr/>
              <p14:nvPr/>
            </p14:nvContentPartPr>
            <p14:xfrm>
              <a:off x="7328898" y="4124614"/>
              <a:ext cx="57150" cy="11938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8E88E4BF-27FF-B4EC-DA55-1C61CA12AE7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09848" y="4106334"/>
                <a:ext cx="94472" cy="155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D4B83E18-F1BD-07DF-98C6-8E3A8F6CC137}"/>
                  </a:ext>
                </a:extLst>
              </p14:cNvPr>
              <p14:cNvContentPartPr/>
              <p14:nvPr/>
            </p14:nvContentPartPr>
            <p14:xfrm>
              <a:off x="7429228" y="4120169"/>
              <a:ext cx="118745" cy="80645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D4B83E18-F1BD-07DF-98C6-8E3A8F6CC13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10931" y="4101704"/>
                <a:ext cx="154593" cy="116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EC9D28D0-C5B5-0641-5402-44D633883624}"/>
                  </a:ext>
                </a:extLst>
              </p14:cNvPr>
              <p14:cNvContentPartPr/>
              <p14:nvPr/>
            </p14:nvContentPartPr>
            <p14:xfrm>
              <a:off x="5047978" y="5305714"/>
              <a:ext cx="652145" cy="5715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EC9D28D0-C5B5-0641-5402-44D63388362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30225" y="5286793"/>
                <a:ext cx="686926" cy="94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A36E85AE-80D1-BF9A-4D41-EBE06FF9A9FA}"/>
                  </a:ext>
                </a:extLst>
              </p14:cNvPr>
              <p14:cNvContentPartPr/>
              <p14:nvPr/>
            </p14:nvContentPartPr>
            <p14:xfrm>
              <a:off x="5619478" y="5263169"/>
              <a:ext cx="128270" cy="99695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A36E85AE-80D1-BF9A-4D41-EBE06FF9A9F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01260" y="5244665"/>
                <a:ext cx="163963" cy="1359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A126F192-0938-216B-F350-712A0187AE14}"/>
                  </a:ext>
                </a:extLst>
              </p14:cNvPr>
              <p14:cNvContentPartPr/>
              <p14:nvPr/>
            </p14:nvContentPartPr>
            <p14:xfrm>
              <a:off x="5209903" y="4577369"/>
              <a:ext cx="499745" cy="47625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A126F192-0938-216B-F350-712A0187AE1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192120" y="4558241"/>
                <a:ext cx="534586" cy="85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930E86D5-5A85-9199-BAB0-B7DA3DC385D1}"/>
                  </a:ext>
                </a:extLst>
              </p14:cNvPr>
              <p14:cNvContentPartPr/>
              <p14:nvPr/>
            </p14:nvContentPartPr>
            <p14:xfrm>
              <a:off x="5614398" y="4553239"/>
              <a:ext cx="214630" cy="123825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930E86D5-5A85-9199-BAB0-B7DA3DC385D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596420" y="4534964"/>
                <a:ext cx="249851" cy="159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B026B1B8-689D-D640-1E38-C5070765EFEC}"/>
                  </a:ext>
                </a:extLst>
              </p14:cNvPr>
              <p14:cNvContentPartPr/>
              <p14:nvPr/>
            </p14:nvContentPartPr>
            <p14:xfrm>
              <a:off x="5966823" y="2171989"/>
              <a:ext cx="481330" cy="33655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B026B1B8-689D-D640-1E38-C5070765EFE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949036" y="2152120"/>
                <a:ext cx="516177" cy="72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080B4D78-4D08-C41A-4254-57078F915573}"/>
                  </a:ext>
                </a:extLst>
              </p14:cNvPr>
              <p14:cNvContentPartPr/>
              <p14:nvPr/>
            </p14:nvContentPartPr>
            <p14:xfrm>
              <a:off x="5952853" y="4539269"/>
              <a:ext cx="528320" cy="7620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080B4D78-4D08-C41A-4254-57078F91557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935073" y="4520693"/>
                <a:ext cx="563154" cy="112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2CC3403E-E6FF-6F99-8929-FE3F3D8924E1}"/>
                  </a:ext>
                </a:extLst>
              </p14:cNvPr>
              <p14:cNvContentPartPr/>
              <p14:nvPr/>
            </p14:nvContentPartPr>
            <p14:xfrm>
              <a:off x="5947773" y="5353339"/>
              <a:ext cx="614680" cy="33655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2CC3403E-E6FF-6F99-8929-FE3F3D8924E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30014" y="5333228"/>
                <a:ext cx="649473" cy="73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C58A4C2D-D134-C70C-E799-BF57E0E90A90}"/>
                  </a:ext>
                </a:extLst>
              </p14:cNvPr>
              <p14:cNvContentPartPr/>
              <p14:nvPr/>
            </p14:nvContentPartPr>
            <p14:xfrm>
              <a:off x="7462248" y="4825019"/>
              <a:ext cx="123825" cy="52832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C58A4C2D-D134-C70C-E799-BF57E0E90A9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443973" y="4807239"/>
                <a:ext cx="159630" cy="563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59883934-EEC5-5D7F-6F40-3520F5F4C0B2}"/>
                  </a:ext>
                </a:extLst>
              </p14:cNvPr>
              <p14:cNvContentPartPr/>
              <p14:nvPr/>
            </p14:nvContentPartPr>
            <p14:xfrm>
              <a:off x="7414623" y="4786919"/>
              <a:ext cx="80645" cy="22352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59883934-EEC5-5D7F-6F40-3520F5F4C0B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396158" y="4768935"/>
                <a:ext cx="116822" cy="258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CFB64CA2-A0D0-80A5-E130-B91887B788B2}"/>
                  </a:ext>
                </a:extLst>
              </p14:cNvPr>
              <p14:cNvContentPartPr/>
              <p14:nvPr/>
            </p14:nvContentPartPr>
            <p14:xfrm>
              <a:off x="7457803" y="4829464"/>
              <a:ext cx="228600" cy="90805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CFB64CA2-A0D0-80A5-E130-B91887B788B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439823" y="4811002"/>
                <a:ext cx="263826" cy="126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4B40D782-7539-B016-3D01-41BF05A75ED1}"/>
                  </a:ext>
                </a:extLst>
              </p14:cNvPr>
              <p14:cNvContentPartPr/>
              <p14:nvPr/>
            </p14:nvContentPartPr>
            <p14:xfrm>
              <a:off x="5852523" y="1867189"/>
              <a:ext cx="4638675" cy="3971925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4B40D782-7539-B016-3D01-41BF05A75ED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834868" y="1849531"/>
                <a:ext cx="4673265" cy="40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9BD5A84E-D2E0-E437-E8DB-8BF4F511879A}"/>
                  </a:ext>
                </a:extLst>
              </p14:cNvPr>
              <p14:cNvContentPartPr/>
              <p14:nvPr/>
            </p14:nvContentPartPr>
            <p14:xfrm>
              <a:off x="8738598" y="3153064"/>
              <a:ext cx="228600" cy="814705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9BD5A84E-D2E0-E437-E8DB-8BF4F511879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720618" y="3135337"/>
                <a:ext cx="263826" cy="8494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1B5A5578-7293-ED95-F70B-635F855E2885}"/>
                  </a:ext>
                </a:extLst>
              </p14:cNvPr>
              <p14:cNvContentPartPr/>
              <p14:nvPr/>
            </p14:nvContentPartPr>
            <p14:xfrm>
              <a:off x="8529048" y="3948719"/>
              <a:ext cx="424180" cy="47625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1B5A5578-7293-ED95-F70B-635F855E288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511238" y="3929591"/>
                <a:ext cx="459074" cy="85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3C835C4E-DFFF-D9D0-FF00-14418528333C}"/>
                  </a:ext>
                </a:extLst>
              </p14:cNvPr>
              <p14:cNvContentPartPr/>
              <p14:nvPr/>
            </p14:nvContentPartPr>
            <p14:xfrm>
              <a:off x="8972278" y="3472469"/>
              <a:ext cx="276225" cy="3302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3C835C4E-DFFF-D9D0-FF00-14418528333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954375" y="3452738"/>
                <a:ext cx="311301" cy="716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45534A98-762E-2BD1-EB85-EC971450A123}"/>
                  </a:ext>
                </a:extLst>
              </p14:cNvPr>
              <p14:cNvContentPartPr/>
              <p14:nvPr/>
            </p14:nvContentPartPr>
            <p14:xfrm>
              <a:off x="9200878" y="3453419"/>
              <a:ext cx="85725" cy="5715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45534A98-762E-2BD1-EB85-EC971450A12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182373" y="3434369"/>
                <a:ext cx="121979" cy="94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5B3A95D4-2DE3-7EF1-774E-9F4F613B2DF5}"/>
                  </a:ext>
                </a:extLst>
              </p14:cNvPr>
              <p14:cNvContentPartPr/>
              <p14:nvPr/>
            </p14:nvContentPartPr>
            <p14:xfrm>
              <a:off x="10310223" y="3462944"/>
              <a:ext cx="161925" cy="360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5B3A95D4-2DE3-7EF1-774E-9F4F613B2DF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292108" y="3445304"/>
                <a:ext cx="197415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275FF546-6C09-1DE9-7E35-B6D62CBF7A54}"/>
                  </a:ext>
                </a:extLst>
              </p14:cNvPr>
              <p14:cNvContentPartPr/>
              <p14:nvPr/>
            </p14:nvContentPartPr>
            <p14:xfrm>
              <a:off x="10515328" y="3443894"/>
              <a:ext cx="585470" cy="47625"/>
            </p14:xfrm>
          </p:contentPart>
        </mc:Choice>
        <mc:Fallback xmlns=""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275FF546-6C09-1DE9-7E35-B6D62CBF7A5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497565" y="3424766"/>
                <a:ext cx="620272" cy="85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44CEBA9A-05DC-2975-5D77-C454B58DB035}"/>
                  </a:ext>
                </a:extLst>
              </p14:cNvPr>
              <p14:cNvContentPartPr/>
              <p14:nvPr/>
            </p14:nvContentPartPr>
            <p14:xfrm>
              <a:off x="10967448" y="3448339"/>
              <a:ext cx="176530" cy="13335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44CEBA9A-05DC-2975-5D77-C454B58DB03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949390" y="3430138"/>
                <a:ext cx="211910" cy="1690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3972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798ED-6DA5-CFDE-3435-67F9E7E3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代替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0C5900-0D61-D171-04F6-64B47F28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算法设计与仿真</a:t>
            </a:r>
            <a:r>
              <a:rPr lang="zh-CN" altLang="en-US" b="1" dirty="0"/>
              <a:t>用</a:t>
            </a:r>
            <a:r>
              <a:rPr lang="en-US" altLang="zh-CN" b="1" dirty="0"/>
              <a:t>MATLAB</a:t>
            </a:r>
            <a:r>
              <a:rPr lang="zh-CN" altLang="en-US" b="1" dirty="0"/>
              <a:t>在电脑上完成再下载进</a:t>
            </a:r>
            <a:r>
              <a:rPr lang="en-US" altLang="zh-CN" b="1" dirty="0"/>
              <a:t>FPGA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00A0E6-7C3F-6632-481C-92D96BCE09BD}"/>
              </a:ext>
            </a:extLst>
          </p:cNvPr>
          <p:cNvSpPr txBox="1"/>
          <p:nvPr/>
        </p:nvSpPr>
        <p:spPr>
          <a:xfrm>
            <a:off x="940526" y="3169920"/>
            <a:ext cx="5155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用</a:t>
            </a:r>
            <a:r>
              <a:rPr lang="en-US" altLang="zh-CN" dirty="0"/>
              <a:t>MCU</a:t>
            </a:r>
            <a:r>
              <a:rPr lang="zh-CN" altLang="en-US" dirty="0"/>
              <a:t>（</a:t>
            </a:r>
            <a:r>
              <a:rPr lang="en-US" altLang="zh-CN" dirty="0"/>
              <a:t>STM32</a:t>
            </a:r>
            <a:r>
              <a:rPr lang="zh-CN" altLang="en-US" dirty="0"/>
              <a:t>）代替</a:t>
            </a:r>
            <a:r>
              <a:rPr lang="en-US" altLang="zh-CN" dirty="0"/>
              <a:t>https://laval.csdn.net/68f833aa8867235e1395497e.html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796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48318-C5E9-8061-A5D9-FA9947A3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 dirty="0"/>
            </a:br>
            <a:r>
              <a:rPr lang="zh-CN" altLang="en-US" dirty="0"/>
              <a:t>由</a:t>
            </a:r>
            <a:r>
              <a:rPr lang="en-US" altLang="zh-CN" dirty="0"/>
              <a:t>FPGA</a:t>
            </a:r>
            <a:r>
              <a:rPr lang="zh-CN" altLang="en-US" dirty="0"/>
              <a:t>的</a:t>
            </a:r>
            <a:r>
              <a:rPr lang="en-US" altLang="zh-CN" dirty="0"/>
              <a:t>RGMI I</a:t>
            </a:r>
            <a:r>
              <a:rPr lang="zh-CN" altLang="en-US" dirty="0"/>
              <a:t>接口通过</a:t>
            </a:r>
            <a:r>
              <a:rPr lang="en-US" altLang="zh-CN" dirty="0"/>
              <a:t>UDP</a:t>
            </a:r>
            <a:r>
              <a:rPr lang="zh-CN" altLang="en-US" dirty="0"/>
              <a:t>协议实现以太网图像传输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397E73-70AD-53FE-F2B5-A9319DE34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5261"/>
            <a:ext cx="8855207" cy="493056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4D533E2-37D4-0DAA-BE36-D27E841CE0E0}"/>
              </a:ext>
            </a:extLst>
          </p:cNvPr>
          <p:cNvSpPr txBox="1"/>
          <p:nvPr/>
        </p:nvSpPr>
        <p:spPr>
          <a:xfrm>
            <a:off x="7848096" y="1690688"/>
            <a:ext cx="3161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Mac</a:t>
            </a:r>
            <a:r>
              <a:rPr lang="zh-CN" altLang="en-US" dirty="0"/>
              <a:t>：添加帧（来源，去向，类型，同步）添加</a:t>
            </a:r>
            <a:r>
              <a:rPr lang="en-US" altLang="zh-CN" dirty="0"/>
              <a:t>CRC</a:t>
            </a:r>
            <a:r>
              <a:rPr lang="zh-CN" altLang="en-US" dirty="0"/>
              <a:t>（确定传输是否正确）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C56082-EFE9-C7CE-2954-8BEA0D157F7C}"/>
              </a:ext>
            </a:extLst>
          </p:cNvPr>
          <p:cNvSpPr txBox="1"/>
          <p:nvPr/>
        </p:nvSpPr>
        <p:spPr>
          <a:xfrm>
            <a:off x="9580005" y="3354819"/>
            <a:ext cx="1773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RGMII</a:t>
            </a:r>
            <a:r>
              <a:rPr lang="zh-CN" altLang="en-US" dirty="0"/>
              <a:t>：传输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B5D54F-A56C-E2F6-B576-75AE4B6B7171}"/>
              </a:ext>
            </a:extLst>
          </p:cNvPr>
          <p:cNvSpPr txBox="1"/>
          <p:nvPr/>
        </p:nvSpPr>
        <p:spPr>
          <a:xfrm>
            <a:off x="9501282" y="4057272"/>
            <a:ext cx="17737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PHY</a:t>
            </a:r>
            <a:r>
              <a:rPr lang="zh-CN" altLang="en-US" dirty="0"/>
              <a:t>：</a:t>
            </a:r>
            <a:r>
              <a:rPr lang="zh-CN" altLang="zh-CN" dirty="0"/>
              <a:t>它把 FPGA 的数字信号变成能在网线里跑的</a:t>
            </a:r>
            <a:r>
              <a:rPr lang="zh-CN" altLang="zh-CN" b="1" dirty="0"/>
              <a:t>差分电信号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53954D-6052-45D7-B7A7-9AEF5BCEE07F}"/>
              </a:ext>
            </a:extLst>
          </p:cNvPr>
          <p:cNvSpPr txBox="1"/>
          <p:nvPr/>
        </p:nvSpPr>
        <p:spPr>
          <a:xfrm>
            <a:off x="5820287" y="1471518"/>
            <a:ext cx="15926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UDP/IP</a:t>
            </a:r>
            <a:r>
              <a:rPr lang="zh-CN" altLang="en-US" dirty="0"/>
              <a:t>，说明图像要送到哪个端口，标明来源</a:t>
            </a:r>
            <a:r>
              <a:rPr lang="en-US" altLang="zh-CN" dirty="0"/>
              <a:t>/</a:t>
            </a:r>
            <a:r>
              <a:rPr lang="zh-CN" altLang="en-US" dirty="0"/>
              <a:t>目的的</a:t>
            </a:r>
            <a:r>
              <a:rPr lang="en-US" altLang="zh-CN" dirty="0" err="1"/>
              <a:t>ip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4025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869</Words>
  <Application>Microsoft Office PowerPoint</Application>
  <PresentationFormat>宽屏</PresentationFormat>
  <Paragraphs>42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信道 W 本身从头到尾没有变过，变的只是传输的形式，在接收端按顺序逐个解开。</vt:lpstr>
      <vt:lpstr>MSA，最小和算法：当所有输入LLR的绝对值都比较大时，tanh 的乘积可以用最小的那个绝对值来近似；运算简单意味着每轮迭代更快，15次迭代的总延迟远低于SPA。  码长越长，纠错能力越强，但是码长越长，复杂度也会提升，所以降低复杂度就成了关键 1 QC-LDPC移位矩阵 2 LU分解 3 Dayan 序列构造4找到适合量化位宽，适配LLR和硬件FPGA </vt:lpstr>
      <vt:lpstr>PNC多用户</vt:lpstr>
      <vt:lpstr>APD雪崩二极管</vt:lpstr>
      <vt:lpstr>LD Driver</vt:lpstr>
      <vt:lpstr>FPGA代替</vt:lpstr>
      <vt:lpstr> 由FPGA的RGMI I接口通过UDP协议实现以太网图像传输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鸿翔 杨</dc:creator>
  <cp:lastModifiedBy>鸿翔 杨</cp:lastModifiedBy>
  <cp:revision>2</cp:revision>
  <dcterms:created xsi:type="dcterms:W3CDTF">2026-08-06T01:36:40Z</dcterms:created>
  <dcterms:modified xsi:type="dcterms:W3CDTF">2026-08-06T08:18:01Z</dcterms:modified>
</cp:coreProperties>
</file>