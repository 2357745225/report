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06" y="778"/>
      </p:cViewPr>
      <p:guideLst>
        <p:guide orient="horz" pos="216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鸿翔 杨" userId="49ae226b328ea8a6" providerId="LiveId" clId="{B8CD1FE1-198B-41FC-AFF1-7878F0A2D15E}"/>
    <pc:docChg chg="undo custSel addSld delSld modSld addSection delSection">
      <pc:chgData name="鸿翔 杨" userId="49ae226b328ea8a6" providerId="LiveId" clId="{B8CD1FE1-198B-41FC-AFF1-7878F0A2D15E}" dt="2026-07-27T02:15:08.012" v="87" actId="20577"/>
      <pc:docMkLst>
        <pc:docMk/>
      </pc:docMkLst>
      <pc:sldChg chg="addSp delSp modSp new mod">
        <pc:chgData name="鸿翔 杨" userId="49ae226b328ea8a6" providerId="LiveId" clId="{B8CD1FE1-198B-41FC-AFF1-7878F0A2D15E}" dt="2026-07-27T02:15:08.012" v="87" actId="20577"/>
        <pc:sldMkLst>
          <pc:docMk/>
          <pc:sldMk cId="450200029" sldId="260"/>
        </pc:sldMkLst>
        <pc:spChg chg="mod">
          <ac:chgData name="鸿翔 杨" userId="49ae226b328ea8a6" providerId="LiveId" clId="{B8CD1FE1-198B-41FC-AFF1-7878F0A2D15E}" dt="2026-07-27T02:15:08.012" v="87" actId="20577"/>
          <ac:spMkLst>
            <pc:docMk/>
            <pc:sldMk cId="450200029" sldId="260"/>
            <ac:spMk id="2" creationId="{06C98A47-77C5-4164-642F-72D874679B27}"/>
          </ac:spMkLst>
        </pc:spChg>
        <pc:spChg chg="del">
          <ac:chgData name="鸿翔 杨" userId="49ae226b328ea8a6" providerId="LiveId" clId="{B8CD1FE1-198B-41FC-AFF1-7878F0A2D15E}" dt="2026-07-27T02:06:01.564" v="10" actId="22"/>
          <ac:spMkLst>
            <pc:docMk/>
            <pc:sldMk cId="450200029" sldId="260"/>
            <ac:spMk id="3" creationId="{1F01F6CA-0E48-5C19-9880-8DFFDD6EDA45}"/>
          </ac:spMkLst>
        </pc:spChg>
        <pc:picChg chg="add mod ord">
          <ac:chgData name="鸿翔 杨" userId="49ae226b328ea8a6" providerId="LiveId" clId="{B8CD1FE1-198B-41FC-AFF1-7878F0A2D15E}" dt="2026-07-27T02:08:23.485" v="28" actId="1076"/>
          <ac:picMkLst>
            <pc:docMk/>
            <pc:sldMk cId="450200029" sldId="260"/>
            <ac:picMk id="5" creationId="{9AAB1F3D-1E5C-A3B7-1ED0-637D7A06A384}"/>
          </ac:picMkLst>
        </pc:picChg>
        <pc:picChg chg="add mod">
          <ac:chgData name="鸿翔 杨" userId="49ae226b328ea8a6" providerId="LiveId" clId="{B8CD1FE1-198B-41FC-AFF1-7878F0A2D15E}" dt="2026-07-27T02:14:38.760" v="32" actId="1076"/>
          <ac:picMkLst>
            <pc:docMk/>
            <pc:sldMk cId="450200029" sldId="260"/>
            <ac:picMk id="7" creationId="{CDD4103F-A7E7-4101-541D-1C40D93981B9}"/>
          </ac:picMkLst>
        </pc:picChg>
      </pc:sldChg>
      <pc:sldChg chg="modSp new del mod">
        <pc:chgData name="鸿翔 杨" userId="49ae226b328ea8a6" providerId="LiveId" clId="{B8CD1FE1-198B-41FC-AFF1-7878F0A2D15E}" dt="2026-07-27T02:05:13.585" v="6" actId="47"/>
        <pc:sldMkLst>
          <pc:docMk/>
          <pc:sldMk cId="800734267" sldId="260"/>
        </pc:sldMkLst>
        <pc:spChg chg="mod">
          <ac:chgData name="鸿翔 杨" userId="49ae226b328ea8a6" providerId="LiveId" clId="{B8CD1FE1-198B-41FC-AFF1-7878F0A2D15E}" dt="2026-07-27T02:04:59.761" v="5" actId="14100"/>
          <ac:spMkLst>
            <pc:docMk/>
            <pc:sldMk cId="800734267" sldId="260"/>
            <ac:spMk id="2" creationId="{7DE1373F-682B-BE1A-23AD-3EB4A89A05E3}"/>
          </ac:spMkLst>
        </pc:spChg>
        <pc:spChg chg="mod">
          <ac:chgData name="鸿翔 杨" userId="49ae226b328ea8a6" providerId="LiveId" clId="{B8CD1FE1-198B-41FC-AFF1-7878F0A2D15E}" dt="2026-07-27T02:04:55.662" v="2" actId="27636"/>
          <ac:spMkLst>
            <pc:docMk/>
            <pc:sldMk cId="800734267" sldId="260"/>
            <ac:spMk id="3" creationId="{784436B5-B541-9A3F-704D-FEC1BE07EE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96340" y="1430655"/>
            <a:ext cx="3201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编码（属于前向纠错码）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881630" y="2284095"/>
            <a:ext cx="189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稀疏矩阵</a:t>
            </a:r>
            <a:r>
              <a:rPr lang="en-US" altLang="zh-CN"/>
              <a:t> H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322705" y="3137535"/>
            <a:ext cx="380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传输数据时加少量校验位，接受信号校验后，降低误码率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095936" y="1430909"/>
                <a:ext cx="2599055" cy="6858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误码率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错误比特总数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传输总比特数</m:t>
                          </m:r>
                        </m:den>
                      </m:f>
                    </m:oMath>
                  </m:oMathPara>
                </a14:m>
                <a:endParaRPr lang="zh-CN" altLang="en-US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36" y="1430909"/>
                <a:ext cx="2599055" cy="685800"/>
              </a:xfrm>
              <a:prstGeom prst="rect">
                <a:avLst/>
              </a:prstGeom>
              <a:blipFill rotWithShape="1">
                <a:blip r:embed="rId2"/>
                <a:stretch>
                  <a:fillRect l="-22" t="-37" r="22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32560" y="927100"/>
            <a:ext cx="2698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OOK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432560" y="2068195"/>
            <a:ext cx="1403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PPM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32560" y="3406775"/>
            <a:ext cx="155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PAM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87980" y="927100"/>
            <a:ext cx="2589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0</a:t>
            </a:r>
            <a:r>
              <a:rPr lang="zh-CN" altLang="en-US"/>
              <a:t>：灭</a:t>
            </a:r>
            <a:r>
              <a:rPr lang="en-US" altLang="zh-CN"/>
              <a:t>     1</a:t>
            </a:r>
            <a:r>
              <a:rPr lang="zh-CN" altLang="en-US"/>
              <a:t>：亮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887980" y="2068195"/>
            <a:ext cx="2098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时隙位置代表信号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87980" y="3406775"/>
            <a:ext cx="2391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光强代表信号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截图 2026-07-25 1825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rcRect l="2466"/>
          <a:stretch>
            <a:fillRect/>
          </a:stretch>
        </p:blipFill>
        <p:spPr>
          <a:xfrm>
            <a:off x="496570" y="1011555"/>
            <a:ext cx="4570730" cy="1644650"/>
          </a:xfrm>
          <a:prstGeom prst="rect">
            <a:avLst/>
          </a:prstGeom>
        </p:spPr>
      </p:pic>
      <p:pic>
        <p:nvPicPr>
          <p:cNvPr id="5" name="图片 4" descr="屏幕截图 2026-07-25 1828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96570" y="3704590"/>
            <a:ext cx="4368800" cy="15113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40385" y="452120"/>
            <a:ext cx="2610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PPM 10dB </a:t>
            </a:r>
            <a:r>
              <a:rPr lang="zh-CN" altLang="en-US"/>
              <a:t>软判决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540385" y="3114040"/>
            <a:ext cx="2500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PPM 5dB </a:t>
            </a:r>
            <a:r>
              <a:rPr lang="zh-CN" altLang="en-US"/>
              <a:t>软判决</a:t>
            </a:r>
          </a:p>
        </p:txBody>
      </p:sp>
      <p:pic>
        <p:nvPicPr>
          <p:cNvPr id="8" name="图片 7" descr="屏幕截图 2026-07-25 18310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073775" y="3651885"/>
            <a:ext cx="4597400" cy="15494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115685" y="3114040"/>
            <a:ext cx="2339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PPM 5dB </a:t>
            </a:r>
            <a:r>
              <a:rPr lang="zh-CN" altLang="en-US"/>
              <a:t>硬判决</a:t>
            </a:r>
          </a:p>
        </p:txBody>
      </p:sp>
      <p:pic>
        <p:nvPicPr>
          <p:cNvPr id="10" name="图片 9" descr="屏幕截图 2026-07-25 18325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115685" y="1011555"/>
            <a:ext cx="4368800" cy="153035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115685" y="452120"/>
            <a:ext cx="2339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PPM 10dB </a:t>
            </a:r>
            <a:r>
              <a:rPr lang="zh-CN" altLang="en-US"/>
              <a:t>硬判决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98A47-77C5-4164-642F-72D87467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Ook</a:t>
            </a:r>
            <a:r>
              <a:rPr lang="zh-CN" altLang="en-US" dirty="0"/>
              <a:t>调制</a:t>
            </a:r>
            <a:br>
              <a:rPr lang="en-US" altLang="zh-CN" dirty="0"/>
            </a:br>
            <a:r>
              <a:rPr lang="zh-CN" altLang="en-US" dirty="0"/>
              <a:t>硬判决</a:t>
            </a:r>
            <a:r>
              <a:rPr lang="en-US" altLang="zh-CN" dirty="0"/>
              <a:t>5db                        </a:t>
            </a:r>
            <a:r>
              <a:rPr lang="zh-CN" altLang="en-US" dirty="0"/>
              <a:t>软判决</a:t>
            </a:r>
            <a:r>
              <a:rPr lang="en-US" altLang="zh-CN" dirty="0"/>
              <a:t>5db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AAB1F3D-1E5C-A3B7-1ED0-637D7A06A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92" y="2197304"/>
            <a:ext cx="5608806" cy="26062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D4103F-A7E7-4101-541D-1C40D9398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98" y="1960229"/>
            <a:ext cx="4601491" cy="364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0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610375127b6e7af023573936f08c6c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10" y="793750"/>
            <a:ext cx="3054985" cy="3054985"/>
          </a:xfrm>
          <a:prstGeom prst="rect">
            <a:avLst/>
          </a:prstGeom>
        </p:spPr>
      </p:pic>
      <p:pic>
        <p:nvPicPr>
          <p:cNvPr id="5" name="图片 4" descr="e980401a6ac8a56bf9a75601a620ab77"/>
          <p:cNvPicPr>
            <a:picLocks noChangeAspect="1"/>
          </p:cNvPicPr>
          <p:nvPr/>
        </p:nvPicPr>
        <p:blipFill>
          <a:blip r:embed="rId3"/>
          <a:srcRect l="11146" t="17204" r="35583" b="8676"/>
          <a:stretch>
            <a:fillRect/>
          </a:stretch>
        </p:blipFill>
        <p:spPr>
          <a:xfrm rot="10800000">
            <a:off x="5755640" y="1017905"/>
            <a:ext cx="4871085" cy="50831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.1,&quot;left&quot;:39.1,&quot;top&quot;:35.6,&quot;width&quot;:804.4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</Words>
  <Application>Microsoft Office PowerPoint</Application>
  <PresentationFormat>宽屏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WPS</vt:lpstr>
      <vt:lpstr>PowerPoint 演示文稿</vt:lpstr>
      <vt:lpstr>PowerPoint 演示文稿</vt:lpstr>
      <vt:lpstr>PowerPoint 演示文稿</vt:lpstr>
      <vt:lpstr>Ook调制 硬判决5db                        软判决5db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蓝俊涛</dc:creator>
  <cp:lastModifiedBy>鸿翔 杨</cp:lastModifiedBy>
  <cp:revision>7</cp:revision>
  <dcterms:created xsi:type="dcterms:W3CDTF">2023-08-09T12:44:00Z</dcterms:created>
  <dcterms:modified xsi:type="dcterms:W3CDTF">2026-07-27T02:15:12Z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5AC2AEB7DA5A40F7B5D21757D8128963_12</vt:lpwstr>
  </property>
</Properties>
</file>