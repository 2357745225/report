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88"/>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432.000 596.000,'-0.017'0.000,"-0.025"0.000,-0.030 0.000,-0.028 0.000,-0.026 0.000,-0.022 0.000,-0.018 0.000,-0.015 0.000,-0.009 0.000,-0.008 0.000,-0.004 0.000,-0.003 0.000,-0.001 0.000,0.000 0.000,0.000 0.000,0.013-0.018,-0.043-0.031,-0.054-0.036,0.066 0.016,-0.026-0.005,-0.197-0.052,-0.016 0.005,0.009 0.010,0.023 0.015,0.030 0.016,0.143 0.036,-0.102-0.003,-0.009 0.009,-0.005 0.010,0.075 0.010,-0.033 0.005,-0.157 0.017,-0.025 0.030,-0.011 0.037,-0.176 0.053,0.131 0.007,-0.004 0.040,-0.159 0.167,-0.135 0.197,0.132-0.021,-0.054 0.090,-0.213 0.224,-0.005 0.048,0.024 0.013,0.043-0.012,0.718-0.664,-0.774 0.838,-0.124 0.220,-0.128 0.223,0.255-0.272,-0.060 0.102,-0.864 1.114,-0.073 0.081,0.416-0.472,0.038 0.044,0.054 0.050,0.061 0.053,-0.362 0.811,0.134-0.008,0.138-0.061,0.916-1.733,-0.957 2.149,-0.073 0.297,-0.007 0.113,0.213-0.424,-0.480 1.419,0.157-0.011,0.681-1.792,0.020-0.047,-0.104 0.396,0.061-0.003,-0.195 0.700,0.069-0.251,0.060-0.315,0.651-1.944,-0.839 2.579,-0.049 0.284,0.034 0.059,-0.191 0.476,-0.135 0.401,0.117-0.302,0.733-2.360,-0.000-0.050,-0.395 1.165,0.056-0.187,0.169-0.545,0.027-0.131,0.041-0.110,0.050-0.092,-0.173 0.445,0.034-0.302,0.024-0.326,0.600-1.500,-0.602 1.470,0.020-0.120,0.036-0.177,0.058-0.231,-0.515 1.005,-0.076 0.084,0.657-1.400,-0.030-0.023,-0.484 0.784,-0.022-0.035,-0.213 0.289,0.099-0.226,0.128-0.260,1.091-1.756,-0.908 1.354,0.060-0.139,0.090-0.154,0.358-0.575,-0.275 0.274,0.044-0.128,0.059-0.126,-0.044-0.019,0.134-0.193,0.135-0.175,0.124-0.151,0.109-0.124,0.090-0.097,0.070-0.071,0.053-0.052,0.039-0.033,0.025-0.020,0.015-0.011,0.034 0.000,0.044 0.009,0.045 0.014,0.043 0.014,0.037 0.014,0.030 0.012,0.024 0.011,0.018 0.009,0.013 0.006,0.007 0.005,0.006 0.003,0.002 0.002,0.001 0.001,-0.001 0.001,0.000-0.001,-0.002 0.000,-0.001 0.000,-0.002 0.000,0.065-0.009,0.128-0.007,0.150-0.007,-0.309-0.010,0.473 0.088,0.132 0.054,0.098 0.045,0.388 0.207,0.379 0.183,0.171 0.077,-0.203-0.049,-0.119-0.014,-0.169-0.029,-0.297-0.080,-0.157-0.013,-0.149-0.011,-0.133-0.004,-0.147-0.030,-0.111-0.013,-0.101-0.017,-0.112-0.091,0.055 0.205,-0.039 0.032,-0.039 0.007,-0.073-0.162,-0.016 0.027,0.040 0.329,0.019 0.118,0.009-0.005,0.036 0.094,0.043 0.209,0.000 0.048,0.036 0.109,0.042 0.063,0.052 0.058,-0.127-0.517,0.100 0.447,-0.023 0.015,-0.034 0.008,0.040 0.112,0.175 0.821,-0.013 0.031,-0.197-0.834,-0.025 0.075,0.057 0.548,-0.002 0.018,0.011 0.244,-0.039-0.030,-0.048-0.049,-0.154-1.406,0.070 1.168,-0.034 0.041,-0.030 0.021,-0.035-0.434,-0.015-0.019,-0.008 0.512,-0.016 0.032,-0.013-0.767,-0.004-0.007,-0.008 1.011,-0.006-0.025,-0.003-0.149,-0.001-0.218,0.000-0.245,0.011-1.497,-0.009 1.451,0.002 0.003,0.001 0.015,0.004-0.726,-0.001 1.113,0.002 0.184,0.002-0.864,0.000 0.008,0.001 0.480,-0.000 0.021,0.001 0.090,0.000 0.000,0.001-0.010,-0.001-0.741,0.000 0.968,0.001-0.050,-0.001-0.104,0.001-1.265,-0.001 1.331,0.000 0.091,0.000-0.011,0.001 0.544,0.036 0.015,0.057-0.094,0.001-0.570,0.009 0.055,0.015 0.318,-0.006-0.015,0.015-0.018,0.019-0.178,0.026-0.209,-0.060-0.794,0.048 0.679,-0.011 0.069,-0.015 0.076,-0.004 0.470,-0.025-0.007,-0.024-0.093,-0.030-0.585,-0.012-0.049,-0.010-0.055,-0.010-0.059,-0.006 0.432,-0.008-0.015,-0.006-0.006,-0.001-0.860,0.015 0.675,0.029-0.025,0.037-0.075,-0.016-0.605,0.051 0.742,0.002-0.085,-0.006-0.121,-0.018-0.554,0.057 0.598,0.012 0.043,0.001-0.031,-0.045-0.516,-0.007-0.019,0.053 0.919,-0.026-0.084,-0.021-0.431,0.012-0.154,0.018-0.161,0.029 0.122,0.051 0.019,0.045-0.146,-0.022-0.174,-0.014-0.283,0.061 0.002,0.078 0.015,0.226 0.352,0.040 0.022,-0.022-0.017,-0.035-0.069,-0.040-0.094,-0.042-0.105,-0.401-0.930,0.438 1.065,-0.043 0.011,-0.068-0.018,-0.212-0.550,0.042 0.265,-0.016-0.004,-0.008-0.017,0.106 0.300,-0.023-0.180,0.017-0.029,0.011-0.042,0.111 0.189,-0.012-0.118,0.026-0.004,-0.010-0.096,0.015-0.050,0.010-0.060,0.009-0.061,0.062 0.017,0.024-0.010,0.003-0.015,0.122 0.199,0.123 0.111,0.047-0.052,-0.399-0.503,-0.001 0.002,0.268 0.320,0.035 0.025,0.049 0.015,0.002-0.053,-0.010-0.069,-0.263-0.281,0.541 0.459,0.059-0.003,0.023-0.028,-0.713-0.607,0.648 0.410,0.048-0.031,0.005-0.044,0.062-0.004,-0.054-0.062,-0.069-0.060,-0.324-0.185,-0.045-0.046,0.220 0.050,-0.102-0.089,-0.097-0.080,-0.091-0.066,-0.076-0.055,-0.474-0.077,0.451 0.123,0.019 0.042,0.018 0.038,0.234 0.102,0.024 0.022,0.081 0.046,-0.059-0.014,0.039 0.027,0.124 0.081,-0.027 0.020,0.107 0.071,-0.117-0.062,-0.130-0.082,1.327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391.000 494.000,'0.024'0.000,"0.036"0.000,0.041 0.000,0.040 0.000,0.035 0.000,0.031 0.000,0.023 0.000,0.019 0.000,0.013 0.000,0.009 0.000,0.006 0.000,-0.052 0.000,0.010 0.000,0.012 0.000,0.070 0.000,0.267 0.000,0.187 0.000,-0.019 0.018,0.053 0.031,0.029 0.036,0.008 0.011,0.139 0.017,0.049 0.000,0.031-0.006,0.122 0.030,0.229 0.032,0.086 0.008,0.031-0.004,-0.004-0.013,0.350 0.019,-0.182-0.033,-0.379-0.046,-0.103-0.022,-0.081-0.020,-0.402-0.028,0.320 0.001,-0.022-0.011,-0.036-0.008,-0.049 0.040,0.104 0.037,0.015 0.017,0.008 0.005,-0.035-0.010,0.033-0.005,0.021-0.010,0.009-0.010,-0.272-0.025,0.006-0.007,0.534 0.014,-0.083-0.015,-0.117-0.013,-0.133-0.011,-0.130-0.007,0.266-0.006,0.135-0.005,0.039-0.003,-0.049-0.001,-0.102-0.001,-0.129 0.000,-0.086 0.000,2.062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434.000 481.000,'0.050'0.000,"0.079"0.000,0.094 0.000,0.096 0.000,0.235 0.049,0.198 0.077,0.169 0.089,-0.300-0.071,0.728 0.190,0.096 0.058,-0.535-0.124,-0.023 0.021,0.086 0.073,-0.050 0.028,0.130 0.102,-0.117-0.035,-0.120-0.055,-0.499-0.240,0.329 0.204,-0.044 0.009,-0.045 0.003,0.002 0.107,-0.057 0.033,-0.036 0.019,-0.107-0.101,-0.003 0.008,-0.019 0.007,-0.029 0.009,0.067 0.124,-0.025-0.066,-0.016-0.085,-0.050-0.100,-0.002-0.031,0.001-0.018,-0.094-0.114,0.013-0.014,0.184 0.098,0.042 0.013,-0.047-0.019,-0.027 0.004,-0.037 0.003,-0.046 0.001,-0.015 0.025,-0.049-0.023,-0.041-0.030,-0.032-0.030,-0.025-0.029,-0.018-0.024,-0.013-0.022,-0.008-0.016,-0.004-0.014,-0.003-0.009,0.001-0.006,0.000-0.005,0.002-0.001,-0.044 0.015,-0.073 0.023,-0.084 0.026,-0.082 0.025,-0.074 0.023,-0.063 0.019,-0.052 0.017,-0.039 0.012,0.106-0.065,-0.006-0.014,-0.003-0.016,0.018-0.012,-0.043 0.016,-0.287 0.082,-0.232 0.046,-0.165 0.025,-0.042-0.009,0.022-0.024,-0.202 0.055,-0.290 0.121,-0.135 0.103,0.742-0.227,-0.053 0.018,-0.599 0.179,-0.026-0.021,0.246-0.066,0.111-0.004,-0.014 0.024,0.146-0.045,0.096-0.024,0.116-0.027,0.095-0.019,0.050-0.016,0.103-0.047,0.094-0.050,-0.918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795.000 550.000,'0.018'0.089,"0.027"0.138,0.032 0.157,0.031 0.157,0.029 0.142,0.024 0.125,0.021 0.101,0.016 0.080,0.012 0.060,-0.055 0.103,0.037 1.157,-0.030 0.587,-0.048-0.197,-0.023 0.158,-0.021 0.092,-0.043-1.614,0.018 2.174,-0.015 0.185,-0.011 0.038,-0.010-0.410,-0.005 0.836,-0.005-0.193,-0.002-1.356,-0.001-0.185,-0.003 0.619,0.000-0.458,-0.025 3.000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786.000 599.000,'0.098'0.025,"0.154"0.038,0.178 0.044,0.060 0.039,0.109 0.064,0.096 0.070,0.293 0.160,0.332 0.274,0.201 0.253,-0.682-0.393,-0.002 0.048,0.708 0.810,-0.043 0.273,-0.399-0.318,-0.099-0.009,-0.104-0.045,-0.498-0.705,0.464 0.879,-0.081-0.048,-0.083-0.104,-0.064 0.066,-0.080-0.039,-0.117-0.206,-0.097-0.226,-0.078-0.220,-0.061-0.196,-0.044-0.167,-0.029-0.132,-0.019-0.102,-0.005-0.126,0.014-0.127,0.022-0.126,0.024-0.114,0.025-0.100,0.021-0.082,0.020-0.065,0.063-0.236,0.041-0.209,-0.089 0.315,0.053-0.077,0.150-0.225,0.127-0.099,0.388-0.548,0.122-0.104,0.069-0.052,-0.934 1.489,0.989-1.487,0.077-0.074,0.010 0.008,-0.194 0.321,-0.043 0.091,-0.065 0.122,-0.077 0.134,-0.054 0.084,-0.124 0.159,-0.124 0.152,-0.120 0.135,0.308-0.000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784.000 876.000,'0.033'0.022,"0.051"0.034,0.057 0.038,0.054 0.036,0.050 0.034,0.041 0.026,0.033 0.023,0.025 0.016,-0.044 0.020,-0.031 0.057,-0.039 0.062,-0.133-0.160,0.147 0.614,-0.004 0.233,-0.018 0.152,-0.052 0.222,-0.005 0.567,-0.029 0.265,-0.028 0.221,-0.024 0.181,-0.068-0.415,-0.074 0.249,-0.153 1.644,-0.058-0.029,-0.013-0.251,0.167-2.421,-0.266 2.255,-0.079 0.034,-0.067-0.007,0.316-2.231,-0.293 1.990,0.005-0.136,0.012-0.220,0.191-1.206,0.021-0.069,-0.014 0.205,0.034-0.116,-0.014 0.120,0.005-0.162,-0.041 0.228,0.038-0.240,0.045-0.269,0.044-0.265,0.041-0.246,0.027-0.189,0.027-0.249,0.017-0.209,0.010-0.167,0.007-0.127,0.001-0.092,0.000-0.063,-0.003-0.038,-0.001-0.021,-0.004-0.010,-0.002 0.001,-0.002 0.004,-0.002 0.009,-0.002 0.008,-0.002 0.008,-0.172 1.000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769.000 929.000,'0.026'0.017,"0.039"0.027,0.044 0.028,0.044 0.030,0.039 0.026,0.033 0.022,0.026 0.018,0.022 0.014,0.014 0.009,0.010 0.007,-0.063-0.034,0.021 0.027,0.094 0.162,0.018 0.146,0.009 0.155,-0.229-0.372,0.215 0.532,-0.005 0.035,-0.005-0.015,-0.205-0.430,0.243 0.888,0.027 0.191,0.011 0.075,0.066-0.072,0.313 0.719,0.005-0.012,-0.235-0.680,-0.013-0.108,-0.012-0.094,-0.012-0.083,0.150 0.229,-0.050-0.203,-0.056-0.204,-0.477-0.858,0.345 0.601,-0.036-0.119,-0.031-0.124,0.015-0.062,-0.065-0.143,-0.062-0.116,-0.056-0.092,-0.048-0.067,-0.038-0.047,-0.029-0.030,-0.020-0.017,-0.013-0.009,-0.009-0.002,-0.004 0.002,-0.002 0.004,0.000 0.005,0.001 0.006,0.002 0.004,0.041-0.050,0.085-0.087,0.106-0.108,0.043-0.082,0.731-0.767,0.314-0.282,0.003 0.014,0.055-0.044,0.002 0.003,-1.136 1.126,1.568-1.416,0.171-0.133,0.031-0.049,-1.205 1.104,1.207-1.066,0.112-0.075,0.049-0.019,0.445-0.319,0.196-0.131,-0.210 0.182,-1.098 0.930,-0.136 0.139,4.326-2.000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755.000 1053.000,'0.030'0.020,"0.048"0.032,0.052 0.035,0.054 0.035,0.048 0.033,0.042 0.028,0.035 0.022,0.025 0.018,-0.270-0.174,0.241 0.415,0.009 0.257,0.006 0.253,-0.121-0.172,0.067 0.766,-0.030 0.362,-0.034 0.307,-0.161 1.345,-0.200 0.560,-0.190 0.239,-0.193-0.189,-0.269 0.307,0.045-0.821,-0.128 0.219,-0.727 2.344,-0.135-0.085,-0.048-0.315,1.133-3.701,-0.780 2.294,0.027-0.276,0.042-0.309,0.103-0.518,0.056-0.282,0.099-0.314,0.122-0.322,-0.113 0.144,0.170-0.448,0.178-0.403,-0.666 1.000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729.000 1129.000,'0.074'0.000,"0.115"0.000,0.133 0.000,0.152 0.000,0.074 0.000,-0.003 0.049,0.037 0.077,0.032 0.089,-0.028 0.205,0.024 0.175,0.000 0.123,-0.190-0.146,0.001 0.097,0.248 0.681,-0.068 0.123,-0.206-0.437,-0.015-0.017,0.021 0.105,-0.041-0.058,0.063 0.220,-0.041-0.163,-0.030-0.166,-0.079-0.301,-0.006-0.119,0.000-0.111,0.044-0.056,-0.009-0.102,-0.012-0.078,-0.013-0.054,-0.012-0.037,-0.011-0.022,-0.010-0.011,-0.007-0.004,-0.006 0.001,-0.015-0.010,0.026-0.005,0.033-0.007,0.036-0.007,-0.075-0.040,0.176-0.070,0.063-0.059,0.054-0.053,0.240-0.210,0.078-0.119,0.173-0.167,-0.021-0.005,0.065-0.047,0.372-0.332,0.071-0.162,0.107-0.136,0.121-0.110,0.122-0.084,-1.482 1.242,1.491-1.305,0.143-0.122,0.111-0.067,0.084-0.027,0.510-0.406,-0.095 0.068,-1.211 1.020,0.013 0.014,0.945-0.682,-0.102 0.148,-0.159 0.120,-0.183 0.094,-0.184 0.068,-1.398 1.122,1.109-0.885,-0.164 0.128,-0.170 0.131,-0.365 0.306,-0.073 0.082,-0.080 0.062,-0.080 0.044,0.902-1.000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821.000 725.000,'0.000'0.053,"0.000"0.082,0.000 0.091,0.000 0.090,0.000 0.081,0.000 0.070,0.000 0.056,0.000 0.043,0.000-0.110,0.000 0.051,0.000 0.059,-0.018 0.157,-0.031 0.129,-0.036 0.133,0.041-0.487,-0.109 1.015,-0.042 0.134,-0.037 0.038,0.090-0.630,-0.156 1.078,-0.041 0.108,0.016-0.110,0.029-0.121,0.044-0.158,0.202-1.505,-0.180 1.228,-0.001 0.056,0.012 0.038,0.034 0.006,0.010 0.194,0.026-0.029,0.026-0.083,0.049-0.483,-0.021 1.146,0.030-0.121,0.036-1.113,0.007-0.074,0.001 0.727,0.013-0.197,0.006-0.668,0.002-0.052,0.004 0.203,0.002-0.048,0.001 0.092,0.001-0.137,-0.001-0.142,-0.005-0.726,0.066 0.526,0.031-0.014,0.015-0.012,0.015-0.029,0.019-0.018,0.018-0.019,0.017-0.018,0.035 0.115,-0.014 0.031,-0.025 0.041,-0.037-0.036,-0.027 0.006,-0.024 0.001,-0.057-0.419,0.029 0.520,-0.021 0.015,-0.016-0.005,-0.013 0.065,-0.010 0.014,-0.006 0.013,-0.004 0.175,0.000-0.106,-0.001 0.002,-0.001-0.039,0.001-0.065,0.001-0.106,0.001-0.042,-0.001-0.036,-0.006 2.000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804.000 775.000,'0.021'0.032,"0.033"0.049,0.036 0.054,0.037 0.055,0.032 0.048,0.028 0.043,0.022 0.032,0.017 0.027,-0.015-0.048,0.067 0.063,0.082 0.073,0.228 0.454,0.203 0.410,0.106 0.214,-0.047-0.067,0.010 0.011,-0.008-0.025,-0.682-1.139,0.620 1.095,-0.055-0.016,-0.084-0.056,0.008 0.250,-0.123-0.181,-0.037-0.023,-0.034-0.053,-0.078-0.145,0.018 0.124,-0.015-0.000,-0.047-0.204,0.006-0.093,0.057-0.021,0.015-0.154,-0.001-0.114,-0.038-0.117,-0.048-0.094,-0.008-0.035,-0.053-0.097,-0.043-0.076,-0.035-0.058,-0.025-0.042,-0.017-0.029,-0.013-0.018,0.015-0.004,0.031 0.003,0.036 0.008,0.039 0.011,0.034 0.011,-0.042-0.036,0.015-0.009,0.015-0.013,0.074-0.010,-0.031-0.044,-0.044-0.044,-0.047-0.040,-0.045-0.035,-0.040-0.028,-0.033-0.021,-0.025-0.014,-0.020-0.012,-0.014-0.005,-0.008-0.004,-0.006-0.002,-0.003 0.000,0.000 0.001,0.000 0.001,0.001 0.002,0.001 0.001,0.002 0.000,0.001 0.002,0.002 0.001,0.212-0.195,0.217-0.254,0.117-0.170,-0.057 0.050,0.011-0.040,-0.008-0.022,-0.156 0.215,0.192-0.300,0.050-0.084,0.038-0.064,0.306-0.395,0.093-0.098,0.053-0.062,-0.183 0.292,0.056-0.026,0.310-0.333,0.017 0.042,-0.221 0.285,-0.073 0.085,-0.089 0.089,-0.315 0.383,0.195-0.248,-0.073 0.071,-0.077 0.074,-0.076 0.069,-0.093 0.110,-0.049 0.063,-0.040 0.056,0.100-0.181,0.094-0.086,0.062 0.023,-0.231 0.307,0.009 0.012,0.208-0.189,0.001 0.023,1.884-1.000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458.000 243.000,'0.000'0.026,"0.000"0.041,0.000 0.044,0.000 0.045,0.000 0.040,0.000 0.035,0.000 0.026,0.000 0.022,0.000 0.015,0.000 0.011,0.000 0.007,0.000 0.003,0.000 0.002,0.000-0.253,0.000 0.611,0.000 0.521,0.000 1.042,0.000 0.624,0.047-0.503,0.079 0.298,0.109 1.094,0.032 0.295,0.002 0.086,-0.019-0.053,-0.031-0.137,-0.137-2.308,0.059 1.910,-0.024 0.187,-0.022 0.114,-0.035-0.699,0.011 2.780,-0.024 0.343,-0.019 0.103,-0.019-3.723,0.001 3.605,-0.008 0.266,-0.004 0.082,-0.003-0.018,-0.005 3.165,-0.001 0.177,0.001-1.808,0.002-0.465,0.000-0.544,0.017-4.059,0.095 3.586,0.088-0.163,0.089-0.286,0.102 0.823,-0.024-1.199,0.015-0.320,0.010-0.339,-0.126-1.622,0.263 3.022,0.071-0.045,-0.140-1.682,-0.028-0.238,-0.043-0.250,-0.049-0.244,-0.097-1.185,0.117 1.722,-0.032 0.031,-0.042-0.023,-0.022-0.343,0.021 0.013,0.036 0.029,0.132 1.037,0.094 0.430,0.095 0.436,0.013 0.017,-0.038-0.254,-0.070-0.408,-0.426-4.450,0.571 5.298,0.026 0.181,-0.036-0.176,-0.243-2.499,0.177 1.400,0.010-0.037,-0.005-0.119,0.100 1.668,-0.140-0.487,-0.081 0.173,-0.085 0.143,-0.081 0.115,-0.094-0.638,-0.053 0.171,-0.042 0.408,-0.042-0.137,-0.035-0.234,-0.029-0.289,-0.022 1.232,-0.019 0.004,-0.012-0.095,0.001-1.070,-0.011 2.976,0.001 0.304,0.015-4.406,0.001-0.145,-0.005 3.171,0.003-0.060,0.004-0.479,0.003-0.713,0.003-0.811,0.006-4.786,-0.004 5.529,0.003-0.214,0.001-0.511,0.001-0.555,0.000 0.024,0.001 0.151,0.053-1.970,0.089 1.538,0.044 0.074,0.022-0.101,0.063 1.094,-0.031-0.696,-0.022-0.306,-0.031-0.306,-0.034-1.013,0.003-0.324,0.011-0.324,-0.127-2.485,0.165 3.173,-0.018-0.071,-0.025-0.064,-0.102-2.304,0.047 1.738,-0.020-0.122,-0.018-0.201,-0.017-0.244,-0.013 0.226,-0.014 0.010,-0.009-0.101,-0.008 0.285,-0.007-0.612,-0.003-0.217,-0.004-0.222,0.000-0.341,-0.001-0.164,0.000-0.145,0.004-1.065,-0.005 1.908,0.000 0.248,0.002 0.120,0.000 0.250,0.002-0.036,0.000 0.301,0.001-0.223,0.001 0.071,0.000 0.238,0.000 0.348,0.001 0.417,0.000 0.028,0.000-0.090,0.000-0.166,0.000 1.947,0.001 0.263,-0.001-0.200,0.000-4.710,0.000 3.712,0.000-0.036,0.001-0.122,-0.001-1.578,0.000-0.185,0.000 1.595,0.000-0.239,0.024-0.910,0.038 0.035,0.026-0.016,0.014-0.050,0.011 0.135,-0.002-0.084,-0.007-0.090,-0.011-0.090,0.200 1.003,0.111 0.079,0.064-0.001,-0.293-2.655,0.167 1.583,-0.022-0.076,-0.031-0.120,-0.079-0.766,0.003 0.031,0.131 1.469,-0.033-0.214,-0.114-1.171,-0.023-0.102,0.011 0.435,-0.038-0.234,-0.038-0.392,-0.027-0.272,-0.023-0.270,-0.019-0.253,-0.015 0.129,-0.013-0.040,-0.011-0.068,-0.004-0.178,-0.009 0.400,-0.002-0.046,0.006-0.658,0.000 0.014,-0.005 0.589,0.002-0.130,0.002-0.181,0.002-0.200,0.001-0.191,0.002-0.172,0.002-0.145,0.000-0.117,0.001-0.088,0.001-0.064,0.000-0.045,0.000-0.027,0.001-0.016,-0.001-0.006,0.001 0.000,-0.001 0.002,0.000 0.006,0.001 0.006,-0.001 0.006,0.000 0.005,0.000 0.006,0.000 0.003,0.000 0.003,0.000 0.002,0.000 0.002,0.000 0.001,0.000 0.036,0.000 0.070,0.000 0.083,0.000 0.087,0.000 0.043,0.000 0.038,0.000 0.022,0.000 0.008,0.000 0.093,0.000 0.028,0.000 2.000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451.000 1006.000,'0.014'0.009,"0.021"0.015,0.025 0.016,0.023 0.015,0.022 0.015,0.019 0.013,0.015 0.009,0.011 0.008,0.009 0.006,0.005 0.004,0.005 0.002,0.001 0.002,0.002 0.000,0.000 0.001,-0.001-0.001,0.000 0.000,0.000 0.000,-0.002-0.001,-0.006 0.094,0.032 0.184,0.108 0.269,0.074 0.121,0.070 0.066,-0.360-0.681,0.358 0.703,0.054 0.105,0.038 0.062,0.025 0.027,0.274 0.465,0.135 0.227,0.070 0.124,-0.327-0.581,0.299 0.529,0.025 0.014,0.002-0.047,-0.131-0.277,0.003-0.058,0.137 0.152,0.002-0.045,0.294 0.391,-0.120-0.190,-0.148-0.208,-0.876-1.267,0.805 1.189,-0.052-0.047,-0.078-0.086,-0.520-0.809,0.497 0.719,-0.018-0.035,-0.044-0.061,0.112 0.027,0.005-0.051,-0.026-0.043,-0.006-0.021,-0.086-0.121,-0.091-0.126,0.027-0.083,0.017-0.050,-0.019-0.058,-0.434-0.383,0.386 0.312,-0.034-0.053,-0.053-0.067,-0.062-0.073,-0.065-0.073,-0.062-0.067,-0.025-0.036,-0.060-0.039,-0.049-0.025,-0.039-0.012,-0.028-0.005,-0.022 0.002,-0.003 0.004,-0.003 0.000,0.003-0.002,0.006-0.001,0.007-0.002,0.008 0.000,0.006-0.002,0.006-0.001,0.005-0.001,0.001-0.008,-0.007-0.015,-0.011-0.017,-0.011-0.017,-0.010-0.015,-0.008-0.012,-0.008-0.010,-0.006-0.008,-0.005-0.006,-0.002-0.003,-0.002-0.003,-0.002-0.001,0.000 0.000,0.000-0.001,-0.012-0.020,0.002-0.032,0.001-0.039,0.002-0.037,0.002-0.037,0.001-0.030,0.002-0.028,-0.025-0.024,-0.012-0.081,-0.013-0.091,0.069-0.338,0.088-0.355,0.067-0.202,0.031-0.007,0.062-0.106,0.058-0.085,0.483-0.930,0.225-0.445,0.069-0.172,-0.737 1.795,0.660-1.700,0.102-0.245,0.060-0.101,0.671-1.655,0.371-0.827,-0.016 0.182,-0.654 1.574,-0.158 0.356,-0.179 0.376,-0.184 0.370,-0.027 0.019,-0.084 0.197,-0.038 0.114,-0.569 1.500,0.951-1.922,0.109-0.016,0.051 0.023,-0.983 1.903,0.678-1.261,-0.035 0.088,-0.057 0.113,-0.084 0.150,0.236-0.453,-0.084 0.144,-0.073 0.166,-0.057 0.168,-0.046 0.158,-0.856 1.484,0.608-1.051,-0.078 0.165,-0.081 0.180,-0.078 0.182,1.165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8-20T16:57:34"/>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1962.000 418.000,'0.026'0.000,"0.037"0.000,0.045 0.000,0.040 0.000,0.039 0.000,0.031 0.000,0.025 0.000,0.019 0.000,0.014 0.000,0.008 0.000,0.006 0.000,0.004 0.000,0.000 0.000,0.000 0.000,-0.026 0.017,0.024 0.026,0.030 0.031,0.031 0.032,0.053 0.059,0.029 0.057,-0.120-0.055,0.016 0.000,0.152 0.041,0.071-0.018,0.030-0.008,-0.001-0.002,-0.019 0.003,-0.033 0.006,-0.085-0.027,-0.024-0.011,-0.022-0.016,0.109 0.041,-0.049 0.000,-0.048 0.006,-0.044 0.011,-0.101-0.002,-0.044 0.045,-0.044 0.053,-0.040 0.055,-0.036 0.052,-0.049-0.053,0.005 0.410,-0.025 0.086,-0.018 0.018,-0.013 0.169,-0.008 0.102,-0.003 0.251,-0.001-0.145,0.000 0.183,-0.002 0.387,0.001 0.116,-0.031 0.851,-0.041 0.120,-0.046 0.056,0.078-1.837,-0.141 1.671,-0.099 0.182,-0.113 0.166,0.124-1.022,-0.196 1.215,-0.079 0.248,-0.080 0.213,0.110-0.661,0.009 0.047,-0.111 0.677,-0.067 0.310,-0.106 0.699,0.034-0.020,0.175-1.039,-0.010 0.105,-0.282 2.122,0.093-0.232,0.123-0.406,0.546-4.379,-0.388 4.249,0.071 0.150,0.053 0.091,0.064 0.242,0.062 0.101,0.061 0.003,0.097-2.385,0.018-0.024,-0.005 2.068,0.029 0.505,0.027-1.237,0.012 0.010,0.084 2.043,0.129-0.176,0.067-0.838,0.059-0.507,0.038-0.548,-0.046-1.524,0.271 1.653,0.078-0.010,0.036-0.166,-0.181-1.561,0.051-0.106,0.259 0.840,0.034-0.188,0.285 0.795,-0.069-0.533,-0.104-0.547,-0.789-2.751,0.675 2.755,-0.053 0.081,-0.086-0.107,-0.132-0.554,-0.033-0.104,-0.033-0.125,-0.033-0.132,-0.135-0.710,-0.006-0.091,0.172 0.630,-0.003-0.215,0.028-0.147,0.013-0.211,0.016-0.185,-0.321-0.897,0.422 0.873,0.003-0.120,-0.024-0.130,-0.355-0.765,0.573 0.636,0.081-0.073,0.015-0.096,-0.177-0.184,0.263 0.209,-0.025-0.096,-0.289-0.294,0.005-0.040,-0.098-0.095,-0.010-0.016,0.106 0.054,-0.048-0.057,-0.057-0.063,-0.060-0.064,-0.442-0.247,0.553 0.285,0.008-0.037,0.003-0.048,-0.271-0.128,0.134 0.032,-0.032-0.005,-0.048 0.005,0.028 0.052,-0.144-0.017,-0.144-0.022,-0.134-0.025,-0.115-0.024,-0.094-0.020,-0.076-0.019,-0.055-0.015,-0.039-0.011,-0.027-0.008,-0.016-0.006,-0.009-0.003,-0.001-0.003,0.000-0.001,0.003 0.000,0.005 0.001,0.039 0.017,-0.016 0.044,-0.101 0.066,-0.084 0.043,-0.092 0.036,0.328-0.146,-0.432 0.200,-0.085 0.042,-0.054 0.029,0.026 0.015,-0.417 0.222,-0.093 0.030,0.468-0.218,-0.015 0.035,-0.272 0.210,-0.008 0.069,-0.154 0.199,0.118 0.012,0.143-0.017,0.846-0.760,-0.667 0.909,0.036 0.144,0.032 0.080,0.167-0.117,0.051 0.089,0.049 0.096,0.042 0.097,-0.183 0.666,-0.101 0.562,0.002 0.280,0.354-1.336,0.004 0.029,-0.321 1.468,-0.020 0.199,-0.018 0.160,-0.013 0.122,-0.010 0.090,0.637-3.005,-0.538 2.885,0.007 0.168,0.006 0.105,0.084-0.544,-0.186 1.100,0.091-0.352,0.346-1.947,0.036-0.049,-0.070 0.951,0.078-0.123,0.079-0.366,0.054-0.249,0.048-0.270,0.038-0.267,0.061-1.342,-0.025 1.680,0.026 0.022,0.019-0.056,0.003-0.702,0.010 0.488,0.003-0.018,0.002-0.050,0.006 0.698,-0.002 0.091,-0.003-0.022,-0.007-0.591,-0.002-0.104,-0.002 0.117,-0.002-0.105,-0.003 0.032,-0.001-0.205,-0.003-0.205,-0.002-0.897,-0.018 0.718,-0.032 0.022,-0.036 0.013,-0.105 0.266,-0.103 0.249,-0.090 0.153,-0.077 0.078,0.042-0.429,-0.098 0.150,-0.556 1.510,-0.095 0.059,0.079-0.323,0.049-0.176,0.078-0.216,0.522-1.511,-0.610 1.374,-0.030-0.087,0.022-0.157,0.096-0.281,-0.007-0.060,-0.021-0.024,-0.033 0.003,0.111-0.273,-0.015-0.048,-0.151 0.178,-0.010-0.049,-0.199 0.277,-0.086 0.130,-0.159 0.262,0.072-0.087,0.272-0.441,0.083-0.159,0.081-0.166,0.342-0.546,-0.239 0.295,0.077-0.157,0.080-0.152,0.048-0.118,-0.066-0.010,0.002-0.105,0.008-0.114,-0.047-0.060,0.018-0.090,0.020-0.069,0.065-0.090,-0.095-0.013,-0.359 0.114,-0.123 0.065,-0.071 0.013,-0.189 0.042,-0.196 0.034,0.537-0.189,-0.760 0.244,-0.193 0.065,-0.160 0.063,0.054-0.013,-0.997 0.324,0.026-0.028,1.157-0.372,-0.085 0.036,-1.010 0.347,0.073-0.016,0.381-0.124,0.228-0.074,0.247-0.082,1.248-0.423,-1.131 0.401,-0.038 0.020,0.027-0.006,0.565-0.213,0.024-0.032,-1.272 0.343,0.089-0.084,1.213-0.361,-0.102 0.009,-1.375 0.342,-0.147 0.057,0.064-0.001,0.194-0.034,0.263-0.057,2.108-0.583,-1.983 0.579,0.171-0.029,0.209-0.045,1.273-0.391,-0.967 0.287,0.100-0.042,0.145-0.057,-0.067-0.015,0.322-0.113,0.156-0.066,0.017-0.037,0.225-0.070,0.200-0.055,0.171-0.042,0.137-0.030,0.104-0.019,-0.021 0.000</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6-08-21T03:42: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0.000 72.000,'1.000'-1.000,"-1.000"-1.000,0.000 1.000,1.000-1.000,-1.000 1.000,1.000-1.000,0.000 1.000,-1.000 0.000,1.000-1.000,0.000 1.000,0.000 0.000,0.000 0.000,0.000 0.000,0.000 0.000,0.000 0.000,0.000 0.000,0.000 0.000,0.000 0.000,1.000 0.000,-1.000 0.000,0.000 0.000,1.000 1.000,-1.000-1.000,2.000 0.000,42.000-15.000,-29.000 11.000,5.000-1.000,-1.000 1.000,1.000 1.000,-1.000 0.000,36.000-1.000,89.000 7.000,-58.000 1.000,-5.000-4.000,3.000 0.000,103.000 13.000,-112.000-7.000,-56.000-5.000,0.000 1.000,0.000 1.000,-1.000 1.000,26.000 6.000,-25.000-3.000,1.000-1.000,-1.000-1.000,0.000-1.000,1.000-1.000,0.000-1.000,-1.000 0.000,1.000-2.000,36.000-5.000,-35.000 2.000</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2:43"/>
    </inkml:context>
    <inkml:brush xml:id="br0">
      <inkml:brushProperty name="width" value="0.05" units="cm"/>
      <inkml:brushProperty name="height" value="0.05" units="cm"/>
      <inkml:brushProperty name="color" value="#ae198d"/>
      <inkml:brushProperty name="inkEffects" value="galaxy"/>
    </inkml:brush>
  </inkml:definitions>
  <inkml:trace contextRef="#ctx0" brushRef="#br0">385.000 221.000 24575,'0.000'0.000'0,"0.000"3.000"0,6.000 1.000 0,5.000-1.000 0,6.000 0.000 0,6.000-1.000 0,4.000-1.000 0,4.000 0.000 0,-5.000-4.000 0,2.000-1.000 0,-1.000 1.000 0,3.000 0.000 0,-3.000 1.000 0,1.000 0.000 0,1.000 1.000 0,-5.000-2.000 0,1.000-1.000 0,0.000 1.000 0,3.000 0.000 0,1.000 1.000 0,3.000 1.000 0,-7.000-6.000 0,-2.000 0.000 0,-9.000 0.000 0,-10.000 1.000 0,-11.000 2.000 0,-10.000 2.000 0,-1.000 4.000 0,-5.000 1.000 0,4.000 7.000 0,-4.000 0.000 0,-1.000-1.000 0,3.000 2.000 0,-2.000-3.000 0,5.000 5.000 0,-2.000-1.000 0,4.000 4.000 0,0.000-2.000 0,5.000 4.000 0,3.000 4.000 0,6.000-3.000 0,3.000 3.000 0,5.000-4.000 0,7.000-5.000 0,6.000-3.000 0,7.000-5.000 0,3.000-2.000 0,4.000-2.000 0,1.000-2.000 0,0.000 1.000 0,-2.000-1.000 0,-1.000 0.000 0,0.000 0.000 0,1.000 1.000 0,0.000 0.000 0,0.000 0.000 0,1.000 0.000 0,1.000 0.000 0,-7.000-4.000 0,-7.000-6.000 0,-10.000 0.000 0,-13.000 0.000 0,-11.000-4.000 0,-8.000 1.000 0,-7.000 3.000 0,-4.000-4.000 0,-2.000 2.000 0,-1.000 3.000 0,4.000 2.000 0,6.000-4.000 0,2.000 2.000 0,-1.000 1.000 0,-2.000 2.000 0,-1.000 3.000 0,-2.000 1.000 0,-2.000-6.000 0,-1.000 1.000 0,3.000 0.000 0,-1.000 2.000 0,1.000 1.000 0,-2.000 2.000 0,0.000 1.000 0,0.000 0.000 0,-1.000 1.000 0,-1.000 1.000 0,7.000-4.000 0,4.000-1.000 0,0.000 1.000 0,-2.000 1.000 0,-2.000 0.000 0,-2.000 0.000 0,-2.000 2.000 0,-1.000-1.000 0,-2.000 1.000 0,4.000 0.000 0,-1.000 1.000 0,7.000 2.000 0,10.000 1.000 0,6.000 2.000 0,12.000 1.000 0,7.000-2.000 0,7.000 6.000 0,7.000-1.000 0,4.000-2.000 0,4.000-1.000 0,1.000-3.000 0,1.000-1.000 0,-7.000 4.000 0,0.000 1.000 0,-3.000-2.000 0,0.000 0.000 0,1.000-3.000 0,3.000 0.000 0,1.000-2.000 0,2.000-1.000 0,0.000 0.000 0,2.000 0.000 0,-4.000 0.000 0,1.000-1.000 0,-1.000 1.000 0,2.000 0.000 0,-1.000 0.000 0,2.000 0.000 0,-10.000 0.000 0,-14.000 0.000 0,-13.000 0.000 0,-11.000 0.000 0,-10.000 0.000 0,-6.000 0.000 0,4.000 7.000 0,1.000-1.000 0,0.000 1.000 0,-1.000-1.000 0,5.000 5.000 0,9.000-2.000 0,12.000 0.000 0,11.000-3.000 0,7.000-2.000 0,7.000-1.000 0,5.000-2.000 0,2.000-1.000 0,3.000 0.000 0,1.000-1.000 0,0.000 1.000 0,0.000 0.000 0,-4.000-1.000 0,0.000 1.000 0,-1.000 0.000 0,1.000 0.000 0,-9.000 0.000 0,-13.000 0.000 0,-14.000 0.000 0,-11.000 0.000 0,-6.000 0.000 0,-5.000 0.000 0,-4.000 0.000 0,-2.000 0.000 0,-1.000 0.000 0,-1.000 0.000 0,0.000 0.000 0,1.000 0.000 0,2.000 0.000 0,2.000 0.000 0,-1.000 0.000 0,0.000 0.000 0,6.000 7.000 0,0.000 0.000 0,6.000 6.000 0,5.000 7.000 0,8.000-2.000 0,11.000-3.000 0,11.000-4.000 0,7.000-4.000 0,6.000-3.000 0,0.000-2.000 0,2.000-1.000 0,1.000-2.000 0,1.000 0.000 0,0.000 1.000 0,1.000-1.000 0,-1.000 1.000 0,1.000-1.000 0,-3.000 1.000 0,-1.000 0.000 0,0.000 0.000 0,1.000 0.000 0,1.000 0.000 0,0.000 0.000 0,1.000 0.000 0,0.000 0.000 0,-6.000-3.000 0,-10.000-1.000 0,-14.000 1.000 0,-12.000 0.000 0,-11.000 1.000 0,-1.000-6.000 0,-4.000 0.000 0,-3.000 1.000 0,-3.000 1.000 0,-1.000 2.000 0,6.000-5.000 0,2.000 1.000 0,1.000 1.000 0,-2.000 1.000 0,-3.000 2.000 0,-1.000 2.000 0,-2.000 1.000 0,5.000-6.000 0,0.000 0.000 0,-1.000 0.000 0,2.000 2.000 0,-2.000 1.000 0,-1.000 2.000 0,-1.000 1.000 0,-3.000 0.000 0,0.000 1.000 0,-1.000 0.000 0,-1.000 0.000 0,4.000 1.000 0,-1.000-1.000 0,7.000 4.000 0,10.000-1.000 0,13.000 1.000 0,5.000 5.000 0,7.000 0.000 0,6.000-1.000 0,6.000-1.000 0,5.000-3.000 0,4.000-1.000 0,1.000 5.000 0,1.000-1.000 0,1.000 0.000 0,-4.000-2.000 0,1.000-1.000 0,-1.000-2.000 0,0.000-1.000 0,1.000 0.000 0,0.000-1.000 0,1.000 0.000 0,0.000-1.000 0,-2.000 1.000 0,-1.000 0.000 0,0.000 0.000 0,1.000-1.000 0,1.000 1.000 0,0.000 0.000 0,1.000 0.000 0,0.000 0.000 0,-2.000 0.000 0,-1.000 0.000 0,0.000 0.000 0,-9.000 0.000 0,-13.000 0.000 0,-13.000 0.000 0,-5.000-3.000 0,-5.000 0.000 0,-5.000-1.000 0,-5.000 1.000 0,-4.000 1.000 0,-3.000 1.000 0,-1.000 0.000 0,-1.000 1.000 0,-1.000 0.000 0,4.000 0.000 0,0.000 0.000 0,0.000 0.000 0,0.000 0.000 0,-1.000 1.000 0,0.000-1.000 0,-1.000 0.000 0,0.000 0.000 0,2.000 0.000 0,1.000 0.000 0,0.000 0.000 0,-1.000 0.000 0,-1.000 0.000 0,0.000 0.000 0,-1.000 0.000 0,9.000 0.000 0,8.000 3.000 0,13.000 0.000 0,12.000 1.000 0,10.000-1.000 0,7.000-1.000 0,6.000-1.000 0,3.000 0.000 0,-3.000-1.000 0,1.000 0.000 0,-1.000 0.000 0,0.000 0.000 0,1.000 0.000 0,0.000 0.000 0,0.000-1.000 0,1.000 1.000 0,-4.000 0.000 0,0.000 0.000 0,0.000 0.000 0,1.000 0.000 0,1.000 0.000 0,0.000 0.000 0,-6.000-3.000 0,1.000 0.000 0,0.000-1.000 0,-6.000-5.000 0,-8.000 0.000 0,-13.000 0.000 0,-11.000 3.000 0,-9.000 2.000 0,-1.000-6.000 0,-4.000 2.000 0,-3.000 1.000 0,-2.000 1.000 0,-2.000 2.000 0,2.000 2.000 0,0.000 1.000 0,6.000-6.000 0,0.000 0.000 0,-1.000 1.000 0,-2.000 0.000 0,-2.000 3.000 0,-2.000 0.000 0,-2.000 2.000 0,4.000 0.000 0,-2.000 1.000 0,1.000 1.000 0,-1.000-1.000 0,-1.000 0.000 0,-1.000 0.000 0,0.000 1.000 0,-1.000-1.000 0,4.000 0.000 0,0.000 0.000 0,-1.000 0.000 0,1.000 0.000 0,-2.000 0.000 0,-1.000 0.000 0,0.000 0.000 0,0.000 0.000 0,3.000 0.000 0,6.000 3.000 0,8.000 7.000 0,8.000 1.000 0,6.000 5.000 0,7.000-1.000 0,8.000-3.000 0,7.000-3.000 0,6.000-3.000 0,4.000 4.000 0,3.000-2.000 0,2.000-1.000 0,0.000-1.000 0,-4.000-3.000 0,1.000-1.000 0,-1.000-1.000 0,0.000-1.000 0,1.000 0.000 0,1.000 0.000 0,0.000-1.000 0,0.000 1.000 0,-3.000 0.000 0,0.000-1.000 0,1.000 1.000 0,0.000 0.000 0,0.000 0.000 0,2.000 0.000 0,0.000 0.000 0,0.000 0.000 0,-3.000 0.000 0,1.000 0.000 0,-1.000 0.000 0,-6.000-3.000 0,-6.000-7.000 0,-9.000 0.000 0,-12.000 0.000 0,-5.000-5.000 0,-7.000 3.000 0,-4.000 2.000 0,-5.000 2.000 0,-3.000 4.000 0,-3.000-6.000 0,-3.000 2.000 0,0.000 1.000 0,-1.000 2.000 0,-1.000 1.000 0,4.000 2.000 0,0.000 1.000 0,1.000 1.000 0,-1.000 0.000 0,-1.000 1.000 0,0.000-1.000 0,-1.000 0.000 0,-1.000 0.000 0,7.000 4.000 0,4.000 0.000 0,0.000-1.000 0,5.000 7.000 0,-2.000-1.000 0,4.000 5.000 0,8.000 0.000 0,4.000 4.000 0,9.000-3.000 0,10.000-3.000 0,3.000-3.000 0,7.000-4.000 0,3.000-2.000 0,3.000-2.000 0,2.000 0.000 0,1.000-2.000 0,1.000 0.000 0,-1.000 1.000 0,-2.000-1.000 0,-2.000 1.000 0,1.000-1.000 0,0.000 1.000 0,1.000 0.000 0,0.000 0.000 0,1.000 7.000 0,0.000 0.000 0,-2.000 0.000 0,-1.000-1.000 0,0.000-2.000-738,1.000-2.000 949,1.000 0.000-317,0.000-2.000 106,1.000 0.000 0,0.000 0.000 0,-2.000 0.000 0,-1.000 0.000 0,0.000-1.000 0,1.000 1.000 0,1.000 0.000 0,0.000 0.000 0,1.000 0.000 0,1.000 0.000 0,-4.000 0.000 0,0.000 0.000 0,1.000 0.000 0,0.000 0.000 0,0.000 0.000 0,2.000 0.000 0,0.000 0.000 739,0.000 0.000-950,-3.000 0.000 316,1.000 0.000-105,-1.000 0.000 0,-6.000-3.000 0,-9.000-1.000 0,-7.000-6.000 0,-11.000 0.000 0,-10.000 1.000 0,-6.000 2.000 0,1.000-4.000 0,-4.000 1.000 0,-2.000 2.000 0,-4.000 2.000 0,-2.000 1.000 0,-2.000 3.000 0,5.000-5.000 0,0.000-1.000 0,0.000 2.000 0,2.000 0.000 0,-2.000 3.000 0,-1.000 1.000 0,-2.000 0.000 0,6.000-5.000 0,-1.000 0.000 0,-2.000 1.000 0,-1.000 0.000 0,-1.000 3.000 0,1.000 0.000 0,-1.000 2.000 0,-1.000 0.000 0,-1.000 1.000 0,-1.000 1.000 0,-1.000-1.000 0,0.000 0.000 0,-1.000 0.000 0,4.000 1.000 0,0.000-1.000 0,-1.000 0.000 0,0.000 0.000 0,-1.000 0.000 0,0.000 0.000 0,-1.000 0.000 0,0.000 0.000 0,2.000 0.000 0,1.000 0.000 0,0.000 0.000 0,-1.000 0.000 0,-1.000 0.000 0,6.000 3.000 0,10.000 0.000 0,14.000 1.000 0,11.000-1.000 0,11.000-1.000 0,8.000-1.000 0,1.000 0.000 0,2.000-1.000 0,1.000 0.000 0,2.000 0.000 0,-1.000 0.000 0,1.000 0.000 0,0.000 0.000 0,-6.000-4.000 0,-1.000 1.000 0,-4.000-1.000 0,2.000 1.000 0,1.000 1.000 0,2.000 1.000 0,-4.000-6.000 0,0.000-1.000 0,2.000 1.000 0,2.000 2.000 0,2.000 1.000 0,-5.000-5.000 0,-3.000 1.000 0,1.000 0.000 0,-5.000-4.000 0,-8.000 1.000 0,-11.000 2.000 0,-8.000 2.000 0,-2.000-1.000 0,-6.000 2.000 0,-6.000 2.000 0,-3.000 0.000 0,-4.000 3.000 0,-3.000 0.000 0,6.000-6.000 0,-1.000 0.000 0,1.000 0.000 0,1.000 2.000 0,-1.000 1.000 0,-1.000 2.000 0,-1.000 0.000 0,-2.000 2.000 0,-2.000 0.000 0,0.000 0.000 0,-1.000 0.000 0,4.000 1.000 0,-1.000-1.000 0,1.000 0.000 0,-1.000 0.000 0,-1.000 0.000 0,0.000 0.000 0,5.000 4.000 0,1.000-1.000 0,-1.000 1.000 0,6.000 5.000 0,5.000 3.000 0,9.000 0.000 0,11.000-2.000 0,10.000-3.000 0,9.000-2.000 0,5.000 4.000 0,5.000-1.000 0,2.000-1.000 0,0.000-1.000 0,-3.000-3.000 0,0.000 0.000 0,0.000-2.000 0,0.000-1.000 0,-7.000 6.000 0,1.000 1.000 0,0.000 0.000 0,1.000-2.000 0,3.000-1.000 0,-3.000-2.000 0,2.000 0.000 0,1.000-2.000 0,1.000 0.000 0,1.000 0.000 0,0.000 6.000 0,2.000 1.000 0,-1.000 0.000 0,-2.000-2.000 0,-1.000-1.000 0,0.000-1.000 0,1.000-2.000 0,1.000 0.000 0,0.000-1.000 0,1.000 0.000 0,1.000-1.000 0,-4.000 1.000 0,0.000 0.000 0,1.000 0.000 0,0.000 0.000 0,0.000-1.000 0,2.000 1.000 0,0.000 0.000 0,0.000 0.000 0,-3.000 0.000 0,1.000 0.000 0,-1.000 0.000 0,-6.000-3.000 0,-9.000 0.000 0,-13.000-1.000 0,-6.000-5.000 0,-9.000 0.000 0,-5.000 1.000 0,-5.000 1.000 0,-4.000 3.000 0,-3.000 1.000 0,-3.000 2.000 0,6.000-6.000 0,0.000 0.000 0,-1.000 0.000-800,-1.000 2.000 1029,2.000 1.000-343,-1.000 2.000 114,-1.000 1.000 0,-1.000 0.000 0,-2.000 1.000 0,0.000 0.000 0,-2.000 1.000 0,1.000-1.000 0,2.000 0.000 0,1.000 0.000 0,0.000 0.000 0,-1.000 0.000 0,-1.000-6.000 0,-1.000-1.000 0,0.000 0.000 0,0.000 1.000 0,3.000 2.000 0,-1.000 1.000 0,1.000 2.000 0,-1.000 0.000-1229,-1.000 1.000 1580,0.000 1.000-526,-1.000-1.000 175,0.000 0.000 0,2.000 0.000 0,1.000 1.000 0,0.000-1.000 0,-1.000 0.000 0,-1.000 0.000 0,0.000 0.000 0,-1.000 0.000 0,6.000 3.000 0,0.000 1.000 0,4.000-1.000-267,-2.000 0.000 343,-1.000-1.000-114,-2.000-1.000 38,-3.000 0.000 0,0.000-1.000 0,-2.000 0.000 0,6.000 7.000 0,0.000 0.000 0,3.000-1.000 0,-1.000 0.000 748,-1.000-2.000-962,4.000 5.000 321,-1.000 0.000-107,-2.000-2.000 0,4.000 5.000 1255,9.000-1.000-1613,11.000-1.000 829,12.000-4.000-554,2.000 5.000 124,8.000-1.000-41,4.000-2.000 0,0.000-2.000 0,3.000-2.000 0,2.000-2.000 0,2.000-1.000 0,0.000-1.000 0,1.000 0.000 0,1.000-1.000 0,0.000 1.000 0,-3.000 0.000 0,-1.000-1.000 0,-6.000-2.000 0,0.000-1.000 0,1.000 1.000 0,1.000 0.000 0,3.000 1.000 0,2.000 1.000 0,1.000 0.000 0,-2.000 1.000 0,0.000-7.000 0,1.000 0.000 0,0.000 0.000 0,1.000 2.000 0,1.000 1.000 0,0.000 1.000 0,0.000 2.000 0,-6.000-6.000 0,-3.000 0.000 0,-1.000 0.000 0,2.000 2.000 0,1.000 1.000 0,4.000 1.000 0,-6.000-5.000 0,1.000 1.000 0,2.000 0.000 0,1.000 2.000 0,-2.000-6.000 0,-8.000 2.000 0,-9.000 1.000 0,-13.000 2.000 0,-10.000 2.000 0,-9.000 1.000 0,-6.000 2.000 0,-4.000 1.000 0,-2.000 0.000 0,-1.000 0.000 0,3.000 1.000 0,1.000-1.000 0,1.000 4.000 0,-1.000-1.000 0,0.000 1.000 0,0.000 6.000 0,-1.000-1.000 0,-1.000-1.000 0,8.000 5.000 0,2.000-2.000 0,1.000-1.000 0,-2.000 3.000 0,-2.000-1.000 0,-2.000-3.000 0,5.000 5.000 0,-1.000-3.000 0,5.000 5.000 0,9.000-2.000 0,12.000-3.000 0,10.000-3.000 0,10.000-3.000 0,7.000-3.000 0,4.000-1.000 0,0.000 0.000 0,0.000-2.000 0,0.000 0.000 0,1.000 1.000 0,0.000-1.000 0,0.000 1.000 0,1.000 0.000 0,0.000 0.000 0,-4.000 0.000 0,0.000 0.000 0,0.000 0.000 0,1.000 0.000 0,1.000 0.000 0,0.000 0.000 0,1.000 0.000 0,0.000 0.000 0,-2.000 0.000 0,-1.000 0.000 0,0.000 0.000 0,1.000 0.000 0,1.000 0.000 0,0.000 0.000 0,1.000 0.000 0,1.000 0.000 0,-4.000 0.000 0,-10.000 0.000 0,-10.000 0.000 0,-13.000 0.000 0,-11.000 0.000 0,-10.000 0.000 0,-5.000 0.000 0,-4.000 0.000 0,-3.000 0.000 0,0.000 0.000 0,4.000 0.000 0,0.000 0.000 0,0.000 0.000 0,0.000 0.000 0,0.000 0.000 0,0.000 0.000 0,-1.000 0.000 0,0.000 0.000 0,2.000 6.000 0,1.000 1.000 0,0.000 0.000 0,6.000 6.000 0,-1.000-2.000 0,6.000 2.000 0,-1.000-3.000 0,4.000 5.000 0,5.000 4.000 0,6.000-2.000 0,11.000-3.000 0,9.000-3.000 0,8.000-5.000 0,6.000-2.000 0,0.000-3.000 0,2.000 0.000 0,1.000-2.000 0,0.000 0.000 0,1.000 1.000 0,1.000-1.000 0,0.000 1.000 0,0.000-1.000 0,-4.000 1.000 0,0.000 0.000 0,1.000 0.000 0,0.000 0.000 0,-6.000-3.000 0,0.000-1.000 0,1.000 1.000 0,2.000 0.000 0,1.000 1.000 0,-1.000 1.000 0,1.000 0.000 0,1.000-6.000 0,0.000 0.000 0,2.000 0.000 0,1.000 2.000 0,0.000 1.000 0,-6.000-5.000 0,0.000 0.000 0,-3.000 2.000 0,-6.000-2.000 0,-6.000-5.000 0,-7.000 1.000 0,-5.000-5.000 0,-5.000 3.000 0,-8.000 3.000 0,0.000-3.000 0,-6.000 2.000 0,-4.000 4.000 0,-4.000-5.000 0,-3.000 3.000 0,-3.000 2.000 0,0.000 3.000 0,2.000-5.000 0,0.000 2.000 0,0.000 1.000 0,-1.000 2.000 0,0.000 2.000 0,0.000-4.000 0,-1.000 0.000 0,-1.000 1.000 0,4.000 1.000 0,0.000 3.000 0,-1.000 0.000-1344,0.000 2.000 1728,0.000-6.000-576,-2.000 0.000 192,0.000 1.000 0,0.000 0.000 0,3.000 3.000 0,0.000 0.000 0,-1.000 2.000 0,0.000 0.000 0,0.000 1.000 0,-2.000 1.000 0,0.000-1.000 0,0.000 0.000 0,2.000 0.000 0,1.000 1.000 0,0.000-1.000 0,-1.000 0.000 0,-1.000 0.000 0,0.000 0.000 0,-1.000 0.000 0,-1.000 0.000 0,4.000 0.000 0,0.000 0.000 0,0.000 0.000 0,-1.000 0.000 0,-1.000 0.000 0,-1.000 0.000 0,0.000 0.000 0,0.000 0.000 0,3.000 0.000 0,6.000 3.000 1344,1.000 1.000-1728,-1.000-1.000 576,4.000 7.000-192,9.000-1.000 0,11.000-1.000 0,12.000-2.000 0,5.000-1.000 0,7.000-3.000 0,-2.000 6.000 0,3.000 0.000 0,1.000-2.000 0,3.000 0.000 0,2.000-3.000 0,1.000 0.000 0,1.000-2.000 0,-2.000-1.000 0,-1.000 0.000 0,1.000 0.000 0,0.000 0.000 0,1.000-1.000 0,0.000 1.000 0,1.000 0.000 0,1.000 0.000 0,-4.000 0.000 0,0.000 0.000 0,1.000 0.000 0,0.000 0.000 0,0.000 0.000 0,2.000 0.000 0,0.000 0.000 0,0.000 0.000 0,-3.000 0.000 0,1.000 0.000 0,-1.000 0.000 0,1.000 0.000 0,1.000 0.000 0,0.000 0.000 0,1.000 0.000 0,0.000 0.000 0,-2.000 0.000 0,-1.000 0.000 0,0.000 0.000 0,1.000 0.000 0,1.000-3.000 0,-10.000-1.000 0,-12.000 1.000 0,-15.000 0.000 0,-4.000-6.000 0,-9.000 1.000 0,-6.000 0.000 0,-1.000 2.000 0,-3.000 2.000 0,-2.000 2.000 0,-2.000 0.000 0,-1.000 2.000 0,0.000 0.000 0,-1.000 0.000 0,0.000 0.000 0,3.000 1.000 0,0.000-1.000 0,1.000 0.000 0,-1.000 0.000 0,-1.000 0.000 0,0.000 0.000 0,-1.000 0.000 0,0.000 0.000 0,2.000 0.000 0,1.000 4.000 0,0.000-1.000 0,-1.000 1.000 0,-1.000-2.000 0,0.000 1.000 0,5.000 5.000 0,1.000-1.000 0,9.000 0.000 0,13.000-1.000 0,12.000-2.000 0,10.000-1.000 0,9.000-2.000 0,4.000-1.000 0,3.000 0.000 0,-1.000 0.000 0,-1.000 0.000 0,1.000-1.000 0,-1.000 1.000 0,1.000 0.000 0,0.000 0.000 0,0.000 0.000 0,1.000 0.000 0,-4.000 0.000 0,0.000 0.000 0,0.000 0.000 0,1.000 0.000 0,-6.000-4.000 0,1.000 1.000 0,0.000 0.000 0,1.000 0.000 0,3.000 1.000 0,-2.000 0.000 0,0.000 2.000 0,-4.000-7.000 0,-1.000 0.000 0,2.000 0.000 0,2.000 1.000 0,3.000 2.000 0,-6.000-5.000 0,1.000 1.000 0,-8.000 1.000 0,-13.000 1.000 0,-12.000 2.000 0,-10.000 2.000 0,-8.000 0.000 0,-5.000 2.000 0,-3.000 0.000 0,1.000 1.000 0,1.000-1.000 0,0.000 0.000 0,-1.000 0.000 0,0.000 1.000 0,0.000-1.000 0,0.000 0.000 0,0.000 0.000 0,2.000 0.000 0,1.000 0.000 0,0.000 0.000 0,-1.000 0.000 0,6.000 3.000 0,0.000 1.000 0,-1.000-1.000 0,-2.000 0.000 0,5.000 6.000 0,-1.000-1.000 0,2.000-1.000 0,-2.000-1.000 0,-2.000 5.000 0,-3.000-1.000 0,-1.000-2.000 0,-2.000-2.000 0,-2.000 5.000 0,1.000-2.000 0,2.000-1.000 0,0.000-2.000 0,1.000 5.000 0,-1.000-2.000 0,-1.000-1.000 0,6.000 4.000 0,10.000-1.000 0,13.000-2.000 0,13.000-2.000 0,3.000 4.000 0,8.000-2.000 0,4.000-1.000 0,1.000-2.000 0,2.000-2.000 0,2.000-2.000 0,2.000-1.000 0,0.000-1.000 0,2.000 0.000 0,-1.000 0.000 0,1.000-1.000 0,-3.000 1.000 0,-1.000 0.000 0,1.000-1.000 0,0.000 1.000 0,1.000 0.000 0,0.000 0.000 0,1.000 0.000 0,0.000 0.000 0,-3.000 0.000 0,1.000 0.000 0,-1.000 0.000 0,1.000 0.000 0,1.000 0.000 0,0.000 0.000 0,1.000 0.000 0,0.000 0.000 0,-2.000 0.000 0,-1.000 0.000 0,0.000 0.000 0,1.000 0.000 0,1.000 0.000 0,-6.000-3.000 0,0.000 0.000 0,0.000-1.000 0,-4.000-5.000 0,-10.000-7.000 0,-11.000 1.000 0,-12.000 2.000 0,-10.000 2.000 0,-6.000 5.000 0,1.000-5.000 0,-1.000 2.000 0,-2.000 2.000 0,2.000 1.000 0,-1.000 3.000 0,-1.000 1.000 0,-2.000 1.000 0,0.000 1.000 0,-2.000 0.000 0,0.000 1.000 0,6.000-8.000 0,0.000 1.000 0,4.000-1.000 0,-2.000 1.000 0,-1.000 2.000 0,-3.000 2.000 0,-1.000 0.000 0,-2.000 2.000 0,-1.000 0.000 0,0.000 0.000 0,2.000 0.000 0,1.000 0.000 0,-1.000 1.000 0,0.000-1.000 0,-1.000 0.000 0,0.000 0.000 0,-1.000 0.000 0,-1.000 0.000 0,4.000 0.000 0,0.000 0.000 0,-1.000 3.000 0,1.000 1.000 0,-2.000-1.000 0,-1.000 0.000 0,0.000-1.000 0,0.000-1.000 0,6.000 7.000 0,4.000-1.000 0,-1.000 0.000 0,0.000-1.000 0,-3.000-2.000 0,4.000 5.000 0,-1.000-1.000 0,-1.000-1.000 0,4.000 6.000 0,8.000-2.000 0,13.000-2.000 0,10.000-2.000 0,10.000-3.000 0,8.000-1.000 0,4.000-2.000 0,-1.000 6.000 0,1.000-1.000 0,0.000 1.000 0,1.000-2.000 0,0.000-1.000 0,1.000-2.000 0,-1.000-1.000 0,1.000 0.000 0,-4.000-1.000 0,0.000 0.000 0,1.000-1.000 0,0.000 1.000 0,0.000 0.000 0,2.000 0.000 0,-1.000-1.000 0,2.000 1.000 0,-4.000 0.000 0,0.000 0.000 0,1.000 0.000 0,0.000 0.000-1550,0.000 0.000 1993,2.000 0.000-665,0.000 0.000 222,0.000 0.000 0,-3.000 0.000 0,1.000 0.000 0,-1.000 0.000 0,1.000 0.000 0,1.000 0.000 0,0.000 0.000 0,1.000 0.000 0,0.000 0.000 0,-2.000 0.000 0,-1.000 0.000 0,0.000 0.000 0,1.000 0.000 0,1.000 0.000 0,0.000 0.000 0,1.000 0.000 0,1.000 0.000 0,-4.000 0.000 0,0.000 0.000 0,1.000 0.000 0,0.000 0.000 1551,0.000 0.000-1994,2.000 0.000 664,0.000 0.000-221,0.000 0.000 0,-6.000-3.000 0,-10.000 0.000 0,-14.000-1.000 0,-13.000 1.000 0,-9.000-5.000 0,-9.000-1.000 0,-4.000 2.000 0,-3.000 1.000 0,-1.000 2.000 0,3.000 1.000 0,1.000-5.000 0,0.000 1.000 0,0.000 0.000 0,0.000 1.000 0,-1.000 3.000 0,0.000 0.000 0,0.000 2.000 0,3.000 1.000 0,0.000 0.000 0,-1.000 0.000 0,0.000 0.000 0,0.000 1.000 0,-2.000-1.000 0,0.000 0.000 0,0.000 0.000 0,3.000 0.000 0,0.000 0.000 0,-1.000 0.000 0,7.000 4.000 0,-1.000-1.000 0,0.000 1.000 0,-3.000-2.000 0,-1.000 0.000 0,5.000 6.000 0,-2.000 0.000 0,3.000-1.000 0,-1.000-1.000 0,4.000 5.000 0,-2.000-2.000 0,9.000-1.000 0,10.000-2.000 0,12.000-1.000 0,6.000-3.000 0,8.000-1.000 0,4.000-1.000 0,5.000 0.000 0,-6.000-4.000 0,2.000 0.000 0,0.000 1.000 0,1.000 0.000 0,2.000 0.000 0,-3.000 2.000 0,1.000 0.000 0,-5.000-6.000 0,-1.000 0.000 0,2.000 0.000 0,2.000 2.000 0,2.000 1.000 0,2.000 1.000 0,2.000 2.000 0,-3.000 1.000 0,0.000 0.000 0,0.000 0.000 0,2.000-7.000 0,0.000 1.000 0,0.000-1.000 0,1.000 2.000 0,1.000 1.000 0,-4.000 1.000 0,0.000 2.000 0,1.000 0.000 0,0.000-6.000 0,0.000 1.000 0,2.000-1.000 0,0.000 2.000 0,0.000 1.000 0,-3.000 1.000 0,-6.000-5.000 0,-1.000 1.000 0,-9.000 0.000 0,-11.000 1.000 0,-9.000 3.000 0,-10.000 0.000 0,-7.000 2.000 0,-6.000 1.000 0,-3.000-7.000 0,-2.000 0.000 0,-2.000 1.000 0,1.000 0.000 0,3.000 2.000 0,1.000 2.000 0,0.000 1.000 0,0.000 0.000 0,-1.000 1.000 0,-1.000 0.000 0,0.000 1.000 0,0.000-1.000 0,3.000 0.000 0,0.000 0.000 0,-1.000 0.000 0,1.000 0.000 0,-2.000 0.000 0,-1.000 0.000 0,0.000 0.000 0,0.000 0.000 0,3.000 0.000 0,0.000 0.000 0,-1.000 0.000 0,0.000 0.000 0,-1.000 0.000 0,0.000 0.000 0,-1.000 0.000 0,6.000 4.000 0,1.000-1.000 0,2.000 1.000 0,0.000-2.000 0,4.000 7.000 0,-1.000-1.000 0,-3.000 0.000 0,5.000 5.000 0,-3.000-2.000 0,8.000-2.000 0,11.000-2.000 0,11.000-2.000 0,11.000 4.000 0,6.000-1.000 0,3.000-1.000 0,2.000-1.000 0,2.000-3.000 0,1.000-1.000 0,1.000-1.000 0,0.000 0.000 0,0.000-1.000 0,0.000-1.000 0,-3.000 1.000 0,-1.000 0.000 0,0.000-1.000 0,1.000 1.000 0,1.000 0.000 0,0.000 0.000 0,1.000 0.000 0,1.000 0.000 0,-4.000 0.000 0,0.000 0.000 0,0.000 0.000 0,1.000 0.000 0,1.000 0.000 0,0.000 0.000 0,1.000 0.000 0,1.000 0.000 0,-7.000-3.000 0,-10.000-1.000 0,-14.000 1.000 0,-13.000-7.000 0,-10.000 1.000 0,-7.000 1.000 0,-5.000 2.000 0,-3.000 1.000 0,-1.000 3.000 0,6.000-6.000 0,5.000 0.000 0,0.000 1.000 0,-1.000 2.000 0,-1.000 1.000 0,-2.000 2.000 0,-2.000 1.000 0,-2.000 1.000 0,0.000 0.000 0,3.000 0.000 0,-1.000-6.000 0,1.000-1.000 0,-1.000 0.000 0,-1.000 2.000 0,-1.000 1.000-1453,0.000 1.000 1868,0.000 2.000-623,2.000 0.000 208,1.000 1.000 0,0.000 0.000 0,-1.000 1.000 0,-1.000-1.000 0,0.000 0.000 0,-1.000 0.000 0,-1.000 0.000 0,4.000 0.000 0,0.000 0.000 0,0.000 0.000 0,-1.000 0.000 1454,-1.000 0.000-1869,-1.000 0.000 622,7.000 4.000-207,0.000-1.000 0,6.000 7.000 0,9.000 0.000 0,12.000-1.000 0,11.000-2.000 0,9.000-2.000 0,7.000-2.000 0,4.000-2.000 0,3.000 0.000 0,-3.000-1.000 0,1.000-1.000 0,-1.000 1.000 0,0.000 0.000 0,1.000-1.000 0,0.000 1.000 0,0.000 0.000 0,0.000 0.000 0,-3.000 0.000 0,1.000 0.000 0,-1.000 0.000 0,1.000 0.000 0,0.000 0.000 0,2.000 0.000 0,0.000 0.000 0,0.000 0.000 0,-3.000 0.000 0,1.000 0.000 0,-1.000 0.000 0,1.000 0.000 0,1.000 0.000 0,0.000 0.000 0,1.000 0.000 0,0.000 0.000 0,-2.000 0.000 0,-1.000 0.000 0,0.000 0.000 0,1.000 0.000 0,1.000 0.000 0,0.000 0.000 0,1.000 0.000 0,1.000 0.000 0,-4.000 0.000 0,0.000 0.000 0,1.000 0.000 0,-7.000-3.000 0,-6.000-8.000 0,-9.000 1.000 0,-13.000-6.000 0,-10.000 1.000 0,-5.000 3.000 0,-6.000 3.000 0,2.000-1.000 0,-2.000 4.000 0,-2.000 1.000 0,-2.000 2.000 0,-1.000 1.000 0,-2.000 1.000 0,-2.000-5.000 0,4.000-1.000 0,0.000 0.000 0,-1.000 2.000 0,0.000 1.000 0,-1.000 2.000 0,-1.000 1.000 0,0.000 0.000 0,0.000 1.000-1553,3.000 0.000 1996,-1.000 0.000-664,1.000 1.000 221,-1.000-1.000 0,-1.000 0.000 0,0.000 0.000 0,-1.000 0.000 0,0.000 4.000 0,2.000-1.000 0,1.000 1.000 0,0.000-2.000 0,6.000 7.000 0,-1.000-1.000 0,-1.000 0.000 0,-1.000 1.000 1553,-2.000-1.000-1997,-2.000 5.000 666,2.000-2.000-222,-1.000-2.000 0,6.000 5.000 0,0.000-3.000 0,-1.000 5.000 0,-2.000-2.000 0,5.000 4.000 0,-2.000-3.000 0,5.000 4.000 0,-2.000-4.000 0,5.000 4.000 0,8.000-4.000 0,10.000-3.000 0,10.000-4.000 0,10.000-3.000 0,5.000-2.000 0,5.000-6.000 0,3.000 0.000 0,-3.000-1.000 0,0.000 0.000 0,0.000 1.000 0,0.000 2.000 0,1.000-1.000 0,0.000 2.000 0,0.000 0.000 0,-6.000-7.000 0,-1.000 0.000 0,-2.000 1.000 0,0.000 0.000 0,2.000 2.000 0,3.000 2.000 0,1.000 0.000 0,-5.000-5.000 0,1.000 0.000 0,0.000 0.000 0,3.000 2.000 0,-3.000 1.000 0,2.000-5.000 0,1.000 1.000 0,2.000 0.000 0,0.000-4.000 0,2.000 1.000 0,-6.000-5.000 0,-1.000 3.000 0,-5.000-5.000 0,-7.000-1.000 0,-5.000-3.000 0,-7.000 3.000 0,-10.000 4.000 0,-9.000 4.000 0,-7.000 5.000 0,-5.000 3.000 0,-4.000 1.000 0,-1.000 2.000 0,2.000 1.000 0,0.000 0.000 0,0.000 0.000 0,0.000-1.000 0,0.000 1.000 0,-1.000-1.000 0,0.000 4.000 0,-1.000-1.000 0,4.000 1.000 0,7.000 5.000 0,-1.000 0.000 0,0.000-1.000 0,-2.000 2.000 0,-2.000-2.000 0,-2.000 5.000 0,-2.000-2.000 0,5.000 5.000 0,11.000-2.000 0,12.000-3.000 0,14.000-3.000 0,9.000-2.000 0,8.000-4.000 0,5.000 0.000 0,3.000-2.000 0,-2.000-1.000 0,0.000 1.000 0,-1.000-1.000 0,0.000 1.000 0,1.000-1.000 0,0.000 1.000 0,0.000 0.000 0,1.000 0.000 0,-4.000 0.000 0,0.000 0.000 0,0.000 0.000 0,1.000 0.000 0,1.000 0.000 0,0.000 0.000 0,1.000 0.000 0,0.000 0.000 0,-2.000 0.000 0,-1.000 0.000 0,0.000 0.000 0,1.000 0.000 0,1.000 0.000 0,0.000 0.000 0,1.000 0.000 0,1.000 0.000 0,-4.000 0.000 0,0.000 0.000 0,1.000-3.000 0,0.000-1.000 0,0.000 1.000 0,-5.000-7.000 0,-7.000-6.000 0,-6.000-2.000 0,-9.000 1.000 0,-4.000-3.000 0,-9.000 3.000 0,-1.000-2.000 0,-7.000 3.000 0,-5.000 4.000 0,-4.000-3.000 0,-1.000 3.000 0,-2.000 2.000 0,-1.000-3.000 0,-2.000 2.000 0,0.000 3.000 0,-2.000 1.000 0,1.000-3.000 0,-1.000 0.000 0,3.000 3.000 0,1.000 1.000 0,-1.000 2.000 0,7.000-5.000 0,-1.000 1.000 0,0.000 1.000 0,-2.000 2.000 0,-3.000 1.000 0,-1.000 2.000 0,2.000 1.000 0,0.000 1.000 0,-2.000 0.000 0,0.000 0.000 0,-1.000 0.000 0,0.000 1.000 0,-2.000-1.000 0,1.000 0.000 0,2.000 0.000 0,1.000 0.000 0,0.000 0.000 0,-1.000 0.000 0,-1.000 0.000 0,0.000 0.000 0,-1.000 0.000 0,-1.000 0.000 0,7.000 3.000 0,4.000 1.000 0,0.000-1.000 0,5.000 7.000 0,-2.000-1.000 0,-2.000-1.000 0,3.000 5.000 0,4.000 5.000 0,-1.000-1.000 0,2.000 3.000 0,4.000 4.000 0,4.000 3.000 0,2.000 0.000 0,5.000-5.000 0,9.000 0.000 0,7.000-4.000 0,0.000 2.000 0,5.000-5.000 0,3.000-4.000 0,0.000-3.000 0,-4.000 3.000 0,1.000-2.000 0,2.000-1.000 0,3.000-3.000 0,1.000-1.000 0,3.000-3.000 0,2.000 0.000 0,0.000-1.000 0,-2.000 0.000 0,-1.000 0.000 0,1.000-1.000 0,0.000 1.000 0,1.000 0.000 0,1.000 0.000 0,0.000-1.000 0,0.000 1.000 0,-2.000 0.000 0,-1.000 0.000 0,0.000 0.000 0,1.000 0.000 0,1.000 0.000 0,0.000 0.000 0,1.000 0.000 0,0.000 0.000 0,-2.000 0.000 0,-1.000 0.000 0,0.000 0.000 0,1.000-3.000 0,1.000 0.000 0,0.000-1.000 0,1.000 1.000 0,-6.000-5.000 0,-7.000 3.000 0,-7.000 1.000 0</inkml:trace>
</inkml:ink>
</file>

<file path=ppt/ink/ink1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0:04"/>
    </inkml:context>
    <inkml:brush xml:id="br0">
      <inkml:brushProperty name="width" value="0.035" units="cm"/>
      <inkml:brushProperty name="height" value="0.035" units="cm"/>
      <inkml:brushProperty name="color" value="#000000"/>
    </inkml:brush>
  </inkml:definitions>
  <inkml:trace contextRef="#ctx0" brushRef="#br0">1.000 1.000 24575,'1028.000'0.000'0,"-860.000"10.000"0,-3.000 0.000 0,721.000-11.000 0,-865.000 3.000 0,1.000 0.000 0,-1.000 1.000 0,34.000 10.000 0,-30.000-7.000 0,0.000-1.000 0,27.000 3.000 0,105.000-8.000 0,17.000 2.000 0,-149.000 1.000 0,41.000 12.000 0,-43.000-9.000 0,0.000-1.000 0,28.000 3.000 0,75.000-4.000 0,-67.000-3.000 0,82.000 11.000 0,-65.000-1.000 0,115.000 3.000 0,-167.000-12.000 0,-1.000 0.000 0,1.000 2.000 0,23.000 7.000 0,-20.000-5.000 0,50.000 6.000 0,-39.000-10.000 0,-2.000 0.000 0,68.000 11.000 0,-51.000-3.000 0,1.000-2.000 0,62.000 0.000 0,111.000-9.000 0,-85.000-1.000 0,-122.000 3.000 0,1.000-1.000 0,-1.000 0.000 0,1.000-2.000 0,-1.000-1.000 0,0.000 0.000 0,0.000-1.000 0,0.000-2.000 0,29.000-10.000 0,43.000-23.000 4,-52.000 24.000-461,0.000-3.000 1,49.000-29.000 0,-71.000 36.000-6370</inkml:trace>
</inkml:ink>
</file>

<file path=ppt/ink/ink1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0:06"/>
    </inkml:context>
    <inkml:brush xml:id="br0">
      <inkml:brushProperty name="width" value="0.035" units="cm"/>
      <inkml:brushProperty name="height" value="0.035" units="cm"/>
      <inkml:brushProperty name="color" value="#000000"/>
    </inkml:brush>
  </inkml:definitions>
  <inkml:trace contextRef="#ctx0" brushRef="#br0">3442.000 0.000 24575,'-2.000'7.000'0,"1.000"-1.000"0,-1.000 0.000 0,0.000 1.000 0,0.000-1.000 0,-1.000 0.000 0,-5.000 8.000 0,5.000-7.000 0,-20.000 33.000 0,-3.000 0.000 0,-1.000-1.000 0,-46.000 51.000 0,-39.000 29.000 0,60.000-67.000 0,-56.000 74.000 0,77.000-86.000 0,-2.000-1.000 0,-2.000-2.000 0,-1.000-1.000 0,-46.000 34.000 0,55.000-46.000 0,-41.000 47.000 0,-11.000 10.000 0,-67.000 32.000 0,-4.000 4.000 0,-15.000 6.000 0,115.000-89.000 0,2.000 2.000 0,-48.000 46.000 0,-82.000 75.000 0,149.000-136.000 0,-39.000 19.000 0,39.000-23.000 0,-46.000 33.000 0,-202.000 167.000 0,198.000-154.000 0,3.000 4.000 0,-77.000 88.000 0,129.000-127.000 0,-19.000 31.000 0,23.000-29.000 0,-30.000 32.000 0,-1.000-9.000 0,10.000-11.000 0,2.000 1.000 0,-38.000 56.000 0,55.000-65.000 0,8.000-12.000 0,0.000 0.000 0,-1.000-1.000 0,-1.000-1.000 0,0.000-1.000 0,-32.000 28.000 0,27.000-30.000 0,2.000 1.000 0,0.000 0.000 0,1.000 1.000 0,1.000 1.000 0,0.000 1.000 0,-13.000 23.000 0,16.000-21.000 0,-2.000-2.000 0,0.000 0.000 0,-1.000-1.000 0,-1.000 0.000 0,-37.000 30.000 0,-63.000 57.000 120,103.000-92.000-368,0.000 2.000 1,1.000 0.000-1,1.000 0.000 1,1.000 1.000-1,-12.000 23.000 1,15.000-22.000-6579</inkml:trace>
</inkml:ink>
</file>

<file path=ppt/ink/ink1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0:06"/>
    </inkml:context>
    <inkml:brush xml:id="br0">
      <inkml:brushProperty name="width" value="0.035" units="cm"/>
      <inkml:brushProperty name="height" value="0.035" units="cm"/>
      <inkml:brushProperty name="color" value="#000000"/>
    </inkml:brush>
  </inkml:definitions>
  <inkml:trace contextRef="#ctx0" brushRef="#br0">2.000 0.000 24575,'-2.000'111.000'0,"5.000"121.000"0,-2.000-229.000 0,-1.000 1.000 0,1.000-1.000 0,0.000 1.000 0,-1.000-1.000 0,2.000 0.000 0,-1.000 1.000 0,0.000-1.000 0,1.000 0.000 0,-1.000 0.000 0,1.000 0.000 0,0.000 0.000 0,0.000 0.000 0,0.000 0.000 0,0.000-1.000 0,1.000 1.000 0,-1.000-1.000 0,1.000 1.000 0,-1.000-1.000 0,1.000 0.000 0,0.000 0.000 0,0.000 0.000 0,0.000 0.000 0,0.000-1.000 0,0.000 1.000 0,1.000-1.000 0,-1.000 0.000 0,0.000 0.000 0,1.000 0.000 0,3.000 1.000 0,10.000 0.000 0,1.000 0.000 0,0.000-1.000 0,0.000 0.000 0,28.000-4.000 0,-19.000 1.000 0,484.000-3.000 0,-349.000 6.000 0,-140.000-2.000-455,0.000 0.000 0,25.000-5.000 0,-25.000 2.000-6371</inkml:trace>
</inkml:ink>
</file>

<file path=ppt/ink/ink2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2:05"/>
    </inkml:context>
    <inkml:brush xml:id="br0">
      <inkml:brushProperty name="width" value="0.035" units="cm"/>
      <inkml:brushProperty name="height" value="0.035" units="cm"/>
      <inkml:brushProperty name="color" value="#000000"/>
    </inkml:brush>
  </inkml:definitions>
  <inkml:trace contextRef="#ctx0" brushRef="#br0">578.000 274.000 24575,'-10.000'0.000'0,"1.000"2.000"0,0.000-1.000 0,0.000 1.000 0,0.000 0.000 0,0.000 1.000 0,0.000 0.000 0,1.000 1.000 0,-10.000 4.000 0,-5.000 5.000 0,-34.000 23.000 0,-87.000 67.000 0,132.000-96.000 0,-1.000-1.000 0,0.000-1.000 0,0.000 0.000 0,-17.000 4.000 0,20.000-6.000 0,-1.000 0.000 0,1.000 0.000 0,0.000 1.000 0,0.000 0.000 0,1.000 1.000 0,0.000 0.000 0,-1.000 0.000 0,1.000 1.000 0,-8.000 7.000 0,10.000-6.000 0,0.000 0.000 0,0.000 0.000 0,1.000 1.000 0,0.000-1.000 0,0.000 1.000 0,1.000 1.000 0,0.000-1.000 0,1.000 1.000 0,0.000 0.000 0,0.000 0.000 0,0.000 0.000 0,2.000 0.000 0,-1.000 1.000 0,1.000-1.000 0,0.000 1.000 0,1.000 0.000 0,0.000 0.000 0,1.000-1.000 0,0.000 13.000 0,0.000 11.000 0,-1.000 3.000 0,8.000 70.000 0,-6.000-95.000 0,1.000 0.000 0,1.000-1.000 0,0.000 1.000 0,0.000-1.000 0,1.000 0.000 0,0.000 0.000 0,1.000 0.000 0,0.000 0.000 0,1.000-1.000 0,13.000 17.000 0,134.000 143.000 0,-141.000-160.000 0,0.000 0.000 0,0.000 0.000 0,1.000-1.000 0,0.000-1.000 0,0.000 0.000 0,18.000 6.000 0,18.000 10.000 0,88.000 43.000 0,-45.000-24.000 0,-33.000-17.000 0,2.000-2.000 0,1.000-3.000 0,1.000-3.000 0,91.000 14.000 0,-22.000 2.000 0,-85.000-21.000 0,-19.000-5.000 0,50.000 7.000 0,-41.000-9.000 0,40.000 11.000 0,-3.000-1.000 0,-14.000 0.000 0,12.000 1.000 0,4.000 0.000 0,-56.000-10.000 0,39.000 5.000 0,-33.000-7.000 0,34.000 10.000 0,-37.000-8.000 0,0.000-1.000 0,32.000 2.000 0,63.000 10.000 0,-82.000-10.000 0,62.000 4.000 0,41.000-3.000 0,38.000 1.000 0,13.000-8.000 0,191.000-4.000 0,-64.000-29.000 0,-165.000-1.000 0,-23.000-1.000 0,-96.000 24.000 0,0.000-1.000 0,-1.000-2.000 0,0.000-1.000 0,29.000-19.000 0,-37.000 19.000 0,4.000 0.000 0,-1.000-2.000 0,-1.000-1.000 0,31.000-27.000 0,-48.000 35.000 0,-1.000 0.000 0,-1.000 0.000 0,1.000-1.000 0,-2.000 0.000 0,1.000-1.000 0,-1.000 1.000 0,-1.000-1.000 0,0.000 0.000 0,5.000-19.000 0,-4.000 11.000 0,-1.000-1.000 0,-1.000-1.000 0,-1.000 1.000 0,1.000-39.000 0,-3.000 34.000 0,-2.000 0.000 0,-7.000-46.000 0,6.000 63.000 0,0.000 0.000 0,0.000 0.000 0,-1.000 0.000 0,0.000 0.000 0,0.000 1.000 0,-1.000-1.000 0,0.000 1.000 0,0.000 0.000 0,-1.000 0.000 0,0.000 0.000 0,0.000 1.000 0,-9.000-9.000 0,-46.000-37.000 0,-28.000-27.000 0,56.000 50.000 0,-55.000-42.000 0,2.000 19.000 0,28.000 19.000 0,16.000 7.000 0,-30.000-20.000 0,-155.000-73.000 0,-66.000-1.000 0,194.000 79.000 0,-2.000 5.000 0,-124.000-29.000 0,21.000 12.000 0,7.000-3.000 0,90.000 26.000 0,77.000 20.000 0,1.000 2.000 0,-1.000 1.000 0,-58.000-6.000 0,53.000 11.000 0,3.000 1.000 0,1.000-1.000 0,-31.000-7.000 0,-15.000-2.000 0,1.000 3.000 0,-1.000 3.000 0,-104.000 7.000 0,49.000 1.000 0,-307.000-3.000-1365,410.000 0.000-5461</inkml:trace>
</inkml:ink>
</file>

<file path=ppt/ink/ink2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2:06"/>
    </inkml:context>
    <inkml:brush xml:id="br0">
      <inkml:brushProperty name="width" value="0.035" units="cm"/>
      <inkml:brushProperty name="height" value="0.035" units="cm"/>
      <inkml:brushProperty name="color" value="#000000"/>
    </inkml:brush>
  </inkml:definitions>
  <inkml:trace contextRef="#ctx0" brushRef="#br0">0.000 1.000 24575,'11.000'1.000'0,"-1.000"0.000"0,1.000 1.000 0,-1.000 1.000 0,0.000 0.000 0,13.000 5.000 0,6.000 1.000 0,311.000 94.000 0,-289.000-87.000 0,-15.000-5.000 0,40.000 7.000 0,-7.000-2.000 12,122.000 45.000 0,-77.000-22.000-885,16.000 5.000 708,102.000 30.000-1579,196.000 49.000-1220,-103.000-24.000 2730,-94.000-40.000-1000,-54.000-17.000 1301,-31.000 1.000-75,210.000 54.000-209,225.000 45.000-2810,235.000 51.000 2698,-459.000-112.000-520,39.000 8.000 813,635.000 124.000 183,-513.000-120.000 72,229.000 51.000 163,-59.000-24.000-289,-263.000-48.000-93,-310.000-50.000 0,575.000 85.000 0,-673.000-104.000 0,455.000 47.000 90,-246.000-28.000-90,-91.000-7.000 0,116.000 16.000 224,-155.000-16.000 297,78.000 6.000 77,-6.000-5.000-400,20.000 2.000 33,-27.000-1.000-231,0.000-1.000 0,25.000 1.000 652,23.000 1.000 125,-169.000-16.000-359,72.000 12.000 0,-70.000-7.000-17,66.000 3.000 1,-58.000-9.000-402,184.000 7.000 0,-121.000 0.000 2523,153.000-10.000-1,-232.000 1.000-2241,0.000-2.000-1,51.000-11.000 0,-73.000 11.000-286,0.000-1.000 0,0.000 0.000 0,-1.000 0.000-1,1.000-1.000 1,-1.000-1.000 0,-1.000 0.000 0,1.000-1.000 0,-1.000 1.000 0,0.000-2.000-1,13.000-11.000 1,-12.000 6.000 6,-1.000 0.000 0,0.000 0.000 0,11.000-20.000 0,-15.000 22.000 0,0.000 1.000 0,0.000 1.000 0,1.000-1.000 0,0.000 1.000 0,1.000 0.000 0,0.000 1.000 0,0.000 0.000 0,1.000 0.000 0,11.000-7.000 0,-8.000 7.000 0,2.000 0.000 0,-1.000 0.000 0,1.000 2.000 0,1.000-1.000 0,-1.000 2.000 0,1.000 0.000 0,0.000 1.000 0,0.000 0.000 0,31.000-3.000 0,51.000 7.000-1365,-68.000 1.000-5461</inkml:trace>
</inkml:ink>
</file>

<file path=ppt/ink/ink2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12:07"/>
    </inkml:context>
    <inkml:brush xml:id="br0">
      <inkml:brushProperty name="width" value="0.035" units="cm"/>
      <inkml:brushProperty name="height" value="0.035" units="cm"/>
      <inkml:brushProperty name="color" value="#000000"/>
    </inkml:brush>
  </inkml:definitions>
  <inkml:trace contextRef="#ctx0" brushRef="#br0">1.000 1.000 24575,'63.000'2.000'0,"72.000"12.000"0,-72.000 1.000 0,-47.000-9.000 0,0.000-2.000 0,19.000 3.000 0,152.000 13.000 0,-118.000-5.000 0,-50.000-9.000 0,1.000-2.000 0,31.000 3.000 0,-21.000-3.000 0,52.000 12.000 0,-6.000-1.000 0,-5.000-1.000 0,-39.000-7.000 0,53.000 5.000 0,-60.000-9.000 0,47.000 11.000 0,-46.000-8.000 0,45.000 4.000 0,-55.000-9.000 0,-8.000-1.000 0,1.000 0.000 0,-1.000 1.000 0,1.000 0.000 0,-1.000 1.000 0,15.000 3.000 0,-22.000-4.000 0,1.000 0.000 0,0.000-1.000 0,-1.000 1.000 0,0.000 0.000 0,1.000 0.000 0,-1.000 0.000 0,1.000 0.000 0,-1.000 0.000 0,0.000 0.000 0,0.000 0.000 0,0.000 1.000 0,0.000-1.000 0,0.000 0.000 0,0.000 1.000 0,0.000-1.000 0,0.000 1.000 0,0.000-1.000 0,0.000 1.000 0,-1.000-1.000 0,1.000 1.000 0,-1.000-1.000 0,1.000 1.000 0,-1.000 0.000 0,0.000-1.000 0,0.000 1.000 0,1.000 0.000 0,-1.000-1.000 0,0.000 1.000 0,-1.000 0.000 0,1.000-1.000 0,0.000 1.000 0,0.000 0.000 0,-1.000-1.000 0,1.000 1.000 0,-1.000 2.000 0,-5.000 11.000 0,-1.000 1.000 0,0.000-1.000 0,-1.000 0.000 0,-1.000-1.000 0,0.000 0.000 0,0.000 0.000 0,-2.000-1.000 0,-12.000 13.000 0,-3.000 5.000 0,5.000-7.000 0,-1.000-1.000 0,-1.000-1.000 0,-27.000 19.000 0,-15.000 13.000 0,4.000 13.000 0,19.000-18.000 0,4.000 0.000 0,29.000-36.000 0,0.000-1.000 0,-19.000 21.000 0,6.000-12.000 0,1.000 1.000 0,1.000 0.000 0,-33.000 49.000 0,37.000-47.000 0,-2.000-1.000 0,-1.000-1.000 0,-1.000-1.000 0,-43.000 36.000 0,51.000-46.000-170,0.000 0.000-1,1.000 1.000 0,1.000 1.000 1,0.000 0.000-1,0.000 0.000 0,2.000 0.000 1,-12.000 24.000-1,11.000-16.000-6655</inkml:trace>
</inkml:ink>
</file>

<file path=ppt/ink/ink2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6:02"/>
    </inkml:context>
    <inkml:brush xml:id="br0">
      <inkml:brushProperty name="width" value="0.035" units="cm"/>
      <inkml:brushProperty name="height" value="0.035" units="cm"/>
      <inkml:brushProperty name="color" value="#000000"/>
    </inkml:brush>
  </inkml:definitions>
  <inkml:trace contextRef="#ctx0" brushRef="#br0">1.000 1.000 24575,'1581.000'0.000'-2333,"-1390.000"9.000"2333,-5.000-1.000 0,-147.000-8.000 0,5.000 0.000 0,0.000 1.000 0,68.000 11.000 0,-49.000-2.000 0,110.000 4.000 0,67.000-15.000 0,-84.000-2.000 0,-33.000 3.000-446,-105.000 0.000-4966</inkml:trace>
</inkml:ink>
</file>

<file path=ppt/ink/ink2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6:02"/>
    </inkml:context>
    <inkml:brush xml:id="br0">
      <inkml:brushProperty name="width" value="0.035" units="cm"/>
      <inkml:brushProperty name="height" value="0.035" units="cm"/>
      <inkml:brushProperty name="color" value="#000000"/>
    </inkml:brush>
  </inkml:definitions>
  <inkml:trace contextRef="#ctx0" brushRef="#br0">1284.000 0.000 24575,'-1.000'11.000'0,"-1.000"0.000"0,0.000 0.000 0,0.000 0.000 0,-2.000 0.000 0,-4.000 12.000 0,0.000 2.000 0,-1.000-1.000 0,0.000-2.000 0,-19.000 33.000 0,15.000-29.000 0,-14.000 33.000 0,-12.000 38.000 0,22.000-57.000 0,1.000 1.000 0,-17.000 72.000 0,22.000-70.000 0,-26.000 65.000 0,23.000-69.000 0,-20.000 81.000 0,17.000-54.000 0,11.000-45.000 0,0.000 0.000 0,-3.000 29.000 0,4.000-15.000 0,-2.000-1.000 0,-19.000 58.000 0,0.000-5.000 0,-2.000 21.000-279,-67.000 165.000-1,65.000-195.000 280,12.000-30.000 0,-26.000 48.000 0,18.000-42.000 0,-24.000 72.000 0,31.000-74.000 0,-47.000 92.000 0,48.000-108.000 0,-21.000 58.000 0,2.000-6.000 0,16.000-40.000-153,1.000 1.000 0,2.000 0.000-1,-13.000 63.000 1,22.000-77.000 343,-20.000 49.000 1,5.000-18.000-30,-36.000 91.000 246,18.000-53.000-184,14.000-32.000-223,-21.000 60.000 0,42.000-110.000-205,-2.000-1.000-1,0.000 0.000 1,-18.000 28.000-1,23.000-40.000-337,-6.000 9.000-6283</inkml:trace>
</inkml:ink>
</file>

<file path=ppt/ink/ink2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6:02"/>
    </inkml:context>
    <inkml:brush xml:id="br0">
      <inkml:brushProperty name="width" value="0.035" units="cm"/>
      <inkml:brushProperty name="height" value="0.035" units="cm"/>
      <inkml:brushProperty name="color" value="#000000"/>
    </inkml:brush>
  </inkml:definitions>
  <inkml:trace contextRef="#ctx0" brushRef="#br0">48.000 1.000 24575,'-1.000'9.000'0,"0.000"0.000"0,0.000 0.000 0,-1.000-1.000 0,-1.000 1.000 0,-3.000 10.000 0,-6.000 25.000 0,7.000-8.000 0,3.000 1.000 0,2.000 52.000 0,-2.000 36.000 0,-5.000-93.000 0,6.000-28.000 0,0.000 0.000 0,0.000 0.000 0,0.000 0.000 0,0.000 0.000 0,1.000 0.000 0,-1.000 0.000 0,1.000 0.000 0,1.000 5.000 0,-1.000-7.000 0,1.000-1.000 0,-1.000 0.000 0,1.000 1.000 0,0.000-1.000 0,-1.000 0.000 0,1.000 0.000 0,0.000 0.000 0,0.000 1.000 0,0.000-1.000 0,0.000 0.000 0,0.000 0.000 0,0.000 0.000 0,0.000 0.000 0,1.000-1.000 0,-1.000 1.000 0,0.000 0.000 0,0.000 0.000 0,1.000-1.000 0,-1.000 1.000 0,0.000-1.000 0,1.000 1.000 0,-1.000-1.000 0,1.000 1.000 0,-1.000-1.000 0,1.000 0.000 0,-1.000 0.000 0,1.000 0.000 0,1.000 0.000 0,13.000 2.000 0,1.000-2.000 0,0.000 0.000 0,0.000 0.000 0,0.000-2.000 0,0.000 0.000 0,26.000-7.000 0,100.000-37.000 0,-90.000 28.000 0,146.000-43.000-1178,-161.000 49.000 1144,44.000-20.000 0,-22.000 8.000 33,65.000-29.000-1156,-99.000 44.000-4630</inkml:trace>
</inkml:ink>
</file>

<file path=ppt/ink/ink2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3"/>
    </inkml:context>
    <inkml:brush xml:id="br0">
      <inkml:brushProperty name="width" value="0.035" units="cm"/>
      <inkml:brushProperty name="height" value="0.035" units="cm"/>
      <inkml:brushProperty name="color" value="#e71224"/>
    </inkml:brush>
  </inkml:definitions>
  <inkml:trace contextRef="#ctx0" brushRef="#br0">0.000 18.000 24575,'182.000'1.000'0,"197.000"-3.000"0,-267.000-6.000-9,60.000-1.000-694,1336.000 10.000-4269,-1288.000 8.000 4972,-5.000-1.000 0,-17.000-10.000-627,178.000 5.000-1022,-234.000 13.000 1649,30.000 1.000 0,41.000-17.000-163,164.000 9.000 851,46.000 0.000-688,-262.000-11.000 0,-132.000 4.000 0,1.000 1.000 0,41.000 9.000 0,-39.000-5.000 0,58.000 3.000 0,327.000-9.000 4535,-199.000-2.000-2820,-193.000 2.000-1715,0.000 2.000 0,44.000 9.000 0,-40.000-5.000 0,42.000 3.000 0,269.000-8.000 888,-175.000-4.000-591,-140.000 4.000-297,0.000 0.000 0,44.000 11.000 0,-40.000-7.000 0,42.000 4.000 0,314.000-7.000 0,-199.000-5.000 0,-147.000 3.000-70,-10.000-1.000-578,50.000-4.000 1,-59.000 0.000-6179</inkml:trace>
</inkml:ink>
</file>

<file path=ppt/ink/ink2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3"/>
    </inkml:context>
    <inkml:brush xml:id="br0">
      <inkml:brushProperty name="width" value="0.035" units="cm"/>
      <inkml:brushProperty name="height" value="0.035" units="cm"/>
      <inkml:brushProperty name="color" value="#e71224"/>
    </inkml:brush>
  </inkml:definitions>
  <inkml:trace contextRef="#ctx0" brushRef="#br0">3345.000 1.000 24575,'-5.000'6.000'0,"1.000"-1.000"0,-1.000 0.000 0,0.000 0.000 0,0.000 0.000 0,-1.000 0.000 0,1.000-1.000 0,-1.000 0.000 0,-9.000 5.000 0,-3.000 3.000 0,3.000-1.000 0,-17.000 11.000 0,0.000 1.000 0,2.000 2.000 0,1.000 1.000 0,-30.000 36.000 0,47.000-50.000 0,0.000 0.000 0,-1.000 0.000 0,0.000-2.000 0,-1.000 1.000 0,-29.000 15.000 0,19.000-11.000 0,-27.000 21.000 0,8.000 0.000 0,-137.000 104.000 0,13.000-8.000-549,41.000-30.000 340,-33.000 22.000 209,-94.000 74.000-1083,45.000-31.000 23,101.000-87.000 1060,10.000-8.000 0,54.000-35.000 0,12.000-10.000 0,-56.000 37.000 0,33.000-27.000 483,-83.000 75.000 0,71.000-55.000-1144,-249.000 237.000 1123,235.000-221.000 511,-6.000 8.000 178,-225.000 239.000-2361,280.000-289.000 1411,-67.000 50.000-1,70.000-60.000-18,1.000 1.000 0,1.000 1.000 1,-46.000 52.000-1,24.000-11.000-1457,37.000-51.000-5551</inkml:trace>
</inkml:ink>
</file>

<file path=ppt/ink/ink2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4"/>
    </inkml:context>
    <inkml:brush xml:id="br0">
      <inkml:brushProperty name="width" value="0.035" units="cm"/>
      <inkml:brushProperty name="height" value="0.035" units="cm"/>
      <inkml:brushProperty name="color" value="#e71224"/>
    </inkml:brush>
  </inkml:definitions>
  <inkml:trace contextRef="#ctx0" brushRef="#br0">120.000 1.000 24575,'-21.000'33.000'0,"-1.000"18.000"0,-25.000 93.000 0,38.000-105.000 0,1.000 0.000 0,2.000 0.000 0,2.000 1.000 0,1.000 0.000 0,5.000 62.000 0,-2.000-98.000 0,0.000 1.000 0,1.000-1.000 0,-1.000 0.000 0,1.000 1.000 0,0.000-1.000 0,0.000 0.000 0,0.000 0.000 0,1.000 0.000 0,0.000 0.000 0,0.000 0.000 0,0.000 0.000 0,0.000 0.000 0,0.000-1.000 0,1.000 1.000 0,5.000 5.000 0,-4.000-6.000 0,0.000 0.000 0,0.000 0.000 0,1.000 0.000 0,-1.000-1.000 0,1.000 1.000 0,-1.000-1.000 0,1.000 0.000 0,0.000-1.000 0,0.000 1.000 0,0.000-1.000 0,0.000 0.000 0,0.000 0.000 0,5.000 0.000 0,26.000 2.000 0,93.000 13.000 0,-55.000-7.000-504,1.000-3.000 0,127.000-7.000 0,-73.000-1.000 178,198.000 3.000-2447,316.000-3.000-2590,-382.000-12.000 5660,-222.000 12.000 1189</inkml:trace>
</inkml:ink>
</file>

<file path=ppt/ink/ink2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5"/>
    </inkml:context>
    <inkml:brush xml:id="br0">
      <inkml:brushProperty name="width" value="0.035" units="cm"/>
      <inkml:brushProperty name="height" value="0.035" units="cm"/>
      <inkml:brushProperty name="color" value="#e71224"/>
    </inkml:brush>
  </inkml:definitions>
  <inkml:trace contextRef="#ctx0" brushRef="#br0">0.000 257.000 24575,'2.000'-4.000'0,"1.000"1.000"0,-1.000-1.000 0,1.000 1.000 0,0.000 0.000 0,0.000 0.000 0,0.000 1.000 0,0.000-1.000 0,0.000 0.000 0,0.000 1.000 0,1.000 0.000 0,7.000-4.000 0,44.000-16.000 0,-49.000 20.000 0,43.000-15.000-185,2.000 3.000 0,72.000-12.000 0,-54.000 12.000 185,20.000-2.000 0,11.000-1.000 59,-66.000 9.000-209,56.000-3.000 0,44.000-6.000-1165,8.000 0.000 1424,27.000 16.000-1041,-82.000 2.000-602,123.000-14.000 0,114.000-11.000 7,3.000 25.000-228,-114.000 1.000 1287,591.000 11.000-1978,-503.000-11.000 2446,14.000 1.000 0,-104.000 13.000 0,52.000 1.000 0,859.000-15.000-141,-538.000-4.000 88,-295.000 4.000 233,304.000-5.000 2667,-455.000-5.000-1773,66.000-1.000 181,-182.000 9.000-1116,7.000 1.000 937,0.000-1.000 0,0.000-2.000 0,52.000-9.000 0,11.000-6.000-382,-65.000 14.000-6986</inkml:trace>
</inkml:ink>
</file>

<file path=ppt/ink/ink3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5"/>
    </inkml:context>
    <inkml:brush xml:id="br0">
      <inkml:brushProperty name="width" value="0.035" units="cm"/>
      <inkml:brushProperty name="height" value="0.035" units="cm"/>
      <inkml:brushProperty name="color" value="#e71224"/>
    </inkml:brush>
  </inkml:definitions>
  <inkml:trace contextRef="#ctx0" brushRef="#br0">2511.000 1.000 24575,'-2.000'0.000'0,"1.000"0.000"0,-1.000 1.000 0,0.000-1.000 0,1.000 1.000 0,-1.000 0.000 0,1.000 0.000 0,-1.000-1.000 0,1.000 1.000 0,-1.000 0.000 0,1.000 0.000 0,0.000 0.000 0,-1.000 0.000 0,1.000 1.000 0,0.000-1.000 0,0.000 0.000 0,-1.000 2.000 0,-21.000 28.000 0,14.000-18.000 0,-119.000 176.000 0,60.000-83.000 0,-12.000 0.000 0,61.000-77.000 0,-49.000 82.000 0,26.000-36.000-686,-54.000 72.000 0,14.000-23.000 107,32.000-30.000-10,37.000-66.000 267,-1.000-1.000 1,-32.000 45.000 0,20.000-35.000 321,-31.000 59.000 0,7.000-10.000 0,-198.000 262.000-1923,177.000-247.000 1923,48.000-65.000 0,-38.000 45.000 0,-112.000 153.000 0,17.000-20.000 0,64.000-89.000-80,59.000-78.000 23,-54.000 62.000-1,-7.000 6.000 58,7.000-7.000 0,10.000-22.000 190,-58.000 61.000 242,56.000-75.000 1696,48.000-45.000-2091,2.000 0.000 1,-41.000 49.000-1,14.000-12.000 1026,44.000-51.000-7557</inkml:trace>
</inkml:ink>
</file>

<file path=ppt/ink/ink3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25:15"/>
    </inkml:context>
    <inkml:brush xml:id="br0">
      <inkml:brushProperty name="width" value="0.035" units="cm"/>
      <inkml:brushProperty name="height" value="0.035" units="cm"/>
      <inkml:brushProperty name="color" value="#e71224"/>
    </inkml:brush>
  </inkml:definitions>
  <inkml:trace contextRef="#ctx0" brushRef="#br0">2.000 0.000 24575,'-1.000'120.000'0,"3.000"132.000"0,-2.000-230.000 0,2.000 0.000 0,1.000 0.000 0,7.000 27.000 0,-9.000-42.000 0,1.000-1.000 0,1.000 0.000 0,-1.000 0.000 0,1.000 0.000 0,0.000 0.000 0,0.000 0.000 0,1.000-1.000 0,-1.000 1.000 0,1.000-1.000 0,1.000 0.000 0,-1.000 0.000 0,1.000 0.000 0,0.000-1.000 0,0.000 0.000 0,6.000 5.000 0,10.000 3.000 5,0.000-2.000 0,0.000 0.000 0,0.000-2.000 0,1.000 0.000 0,1.000-1.000 0,-1.000-1.000 0,1.000-1.000 0,25.000 1.000-1,27.000 0.000-170,87.000-5.000 0,-91.000-2.000-323,-27.000-1.000 489,1.000-1.000 0,76.000-17.000 0,86.000-35.000 0,-88.000 22.000 0,74.000-26.000-1236,-170.000 49.000-4942</inkml:trace>
</inkml:ink>
</file>

<file path=ppt/ink/ink3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4:39"/>
    </inkml:context>
    <inkml:brush xml:id="br0">
      <inkml:brushProperty name="width" value="0.05" units="cm"/>
      <inkml:brushProperty name="height" value="0.05" units="cm"/>
      <inkml:brushProperty name="color" value="#ae198d"/>
      <inkml:brushProperty name="inkEffects" value="galaxy"/>
    </inkml:brush>
  </inkml:definitions>
  <inkml:trace contextRef="#ctx0" brushRef="#br0">0.000 0.000 24575,'0.000'0.000'0</inkml:trace>
</inkml:ink>
</file>

<file path=ppt/ink/ink3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3:44:39"/>
    </inkml:context>
    <inkml:brush xml:id="br0">
      <inkml:brushProperty name="width" value="0.05" units="cm"/>
      <inkml:brushProperty name="height" value="0.05" units="cm"/>
      <inkml:brushProperty name="color" value="#ae198d"/>
      <inkml:brushProperty name="inkEffects" value="galaxy"/>
    </inkml:brush>
  </inkml:definitions>
  <inkml:trace contextRef="#ctx0" brushRef="#br0">14.000 1.000 24575,'0.000'0.000'0,"-5.000"0.000"0,-3.000 0.000 0</inkml:trace>
</inkml:ink>
</file>

<file path=ppt/ink/ink3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7:22:09"/>
    </inkml:context>
    <inkml:brush xml:id="br0">
      <inkml:brushProperty name="width" value="0.035" units="cm"/>
      <inkml:brushProperty name="height" value="0.035" units="cm"/>
      <inkml:brushProperty name="color" value="#e71224"/>
    </inkml:brush>
  </inkml:definitions>
  <inkml:trace contextRef="#ctx0" brushRef="#br0">0.000 1.000 24575,'3918.000'0.000'-6980,"-2240.000"0.000"13960,-1510.000 10.000-6980,-2.000 0.000 0,-144.000-8.000 0,0.000 0.000 0,0.000 2.000 0,30.000 7.000 0,-26.000-4.000 0,51.000 5.000 0,-31.000-10.000 0,-23.000-1.000 0,0.000 0.000 0,0.000 2.000 0,36.000 8.000 0,-29.000-5.000 0,1.000 0.000 0,0.000-2.000 0,44.000 1.000 0,-10.000-1.000 0,40.000 14.000 0,-72.000-11.000 0,50.000 4.000 0,-17.000-9.000 0,-34.000-1.000 0,0.000 0.000 0,60.000 12.000 0,-43.000-3.000 0,0.000-3.000 0,74.000 3.000 0,102.000-11.000 0,-80.000-2.000 0,1639.000 3.000 0,-1917.000 0.000-1365,98.000 0.000-5461</inkml:trace>
</inkml:ink>
</file>

<file path=ppt/ink/ink3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7:22:10"/>
    </inkml:context>
    <inkml:brush xml:id="br0">
      <inkml:brushProperty name="width" value="0.035" units="cm"/>
      <inkml:brushProperty name="height" value="0.035" units="cm"/>
      <inkml:brushProperty name="color" value="#e71224"/>
    </inkml:brush>
  </inkml:definitions>
  <inkml:trace contextRef="#ctx0" brushRef="#br0">1392.000 1.000 24575,'-1.000'8.000'0,"-1.000"1.000"0,0.000-1.000 0,0.000 0.000 0,0.000 1.000 0,-2.000-1.000 0,1.000 0.000 0,-7.000 11.000 0,-1.000 6.000 0,-107.000 229.000 0,104.000-220.000 0,3.000-4.000 0,-2.000 0.000 0,-20.000 32.000 0,-15.000 15.000 0,-182.000 319.000 0,202.000-345.000 40,-3.000-1.000 0,-37.000 47.000 0,-17.000 25.000-2009,60.000-79.000 1528,-19.000 29.000-178,-45.000 55.000-46,-32.000 43.000 143,100.000-141.000 1220,1.000 1.000 1,-29.000 60.000-1,33.000-57.000-108,-1.000-1.000 0,-37.000 50.000 1,30.000-47.000-518,1.000 1.000 1,-35.000 74.000 0,21.000-36.000-65,25.000-47.000-7,2.000 0.000-1,0.000 1.000 0,2.000 0.000 0,-6.000 37.000 1,-2.000 7.000-1374,9.000-45.000-5454</inkml:trace>
</inkml:ink>
</file>

<file path=ppt/ink/ink3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7:22:10"/>
    </inkml:context>
    <inkml:brush xml:id="br0">
      <inkml:brushProperty name="width" value="0.035" units="cm"/>
      <inkml:brushProperty name="height" value="0.035" units="cm"/>
      <inkml:brushProperty name="color" value="#e71224"/>
    </inkml:brush>
  </inkml:definitions>
  <inkml:trace contextRef="#ctx0" brushRef="#br0">4.000 0.000 24575,'-2.000'83.000'0,"0.000"-30.000"0,9.000 91.000 0,-6.000-137.000 0,1.000-1.000 0,-1.000 0.000 0,1.000-1.000 0,0.000 1.000 0,1.000 0.000 0,-1.000 0.000 0,1.000-1.000 0,1.000 0.000 0,-1.000 1.000 0,0.000-1.000 0,1.000 0.000 0,0.000-1.000 0,0.000 1.000 0,1.000-1.000 0,0.000 0.000 0,-1.000 0.000 0,1.000 0.000 0,0.000 0.000 0,1.000-1.000 0,-1.000 0.000 0,0.000 0.000 0,7.000 2.000 0,10.000 3.000 0,0.000 0.000 0,0.000-2.000 0,0.000 0.000 0,39.000 3.000 0,21.000-1.000 0,151.000-8.000 0,-99.000-3.000 0,531.000 4.000 0,-497.000-12.000 124,-6.000 1.000-1613,-133.000 10.000-5337</inkml:trace>
</inkml:ink>
</file>

<file path=ppt/ink/ink3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7:59:49"/>
    </inkml:context>
    <inkml:brush xml:id="br0">
      <inkml:brushProperty name="width" value="0.035" units="cm"/>
      <inkml:brushProperty name="height" value="0.035" units="cm"/>
      <inkml:brushProperty name="color" value="#e71224"/>
    </inkml:brush>
  </inkml:definitions>
  <inkml:trace contextRef="#ctx0" brushRef="#br0">5957.000 1.000 24575,'-3.000'0.000'0,"-1.000"1.000"0,1.000 0.000 0,-1.000 1.000 0,1.000-1.000 0,-1.000 1.000 0,1.000-1.000 0,0.000 1.000 0,0.000 0.000 0,0.000 0.000 0,0.000 0.000 0,-3.000 4.000 0,-19.000 10.000 0,-12.000 3.000 0,2.000 1.000 0,-46.000 34.000 0,-36.000 22.000 0,-73.000 42.000 0,166.000-103.000-137,0.000-1.000-1,-36.000 14.000 1,-29.000 15.000-159,-37.000 44.000-494,92.000-65.000 790,-2.000 3.000 0,-1.000-2.000 0,-49.000 23.000 0,8.000-8.000 0,-102.000 67.000 0,-38.000 20.000 0,170.000-103.000-469,13.000-6.000-307,-45.000 27.000 1,-47.000 31.000 267,-26.000 18.000-173,109.000-65.000 681,-1.000-3.000 0,-59.000 24.000 0,73.000-34.000 0,-5.000 5.000 0,-59.000 39.000 0,7.000-3.000 0,-320.000 163.000 0,252.000-116.000-511,22.000-12.000 93,-129.000 60.000 579,148.000-78.000-158,-28.000 15.000-4,-56.000 33.000 46,61.000-33.000-19,79.000-49.000-26,35.000-21.000 0,-39.000 19.000 0,10.000-7.000 0,2.000 2.000 0,0.000 2.000 0,-47.000 43.000 0,38.000-33.000 0,-72.000 38.000 0,98.000-61.000 0,-136.000 95.000 1565,68.000-43.000-424,57.000-41.000 355,19.000-12.000-1411,-1.000-1.000-1,-42.000 21.000 0,-9.000 1.000 406,-97.000 66.000 0,11.000-4.000-523,127.000-82.000 33,2.000-1.000 0,-56.000 40.000 0,40.000-22.000 0,25.000-19.000 0,1.000 2.000 0,0.000 0.000 0,2.000 1.000 0,-35.000 40.000 0,16.000-12.000 0,-10.000 12.000 0,19.000-18.000-1365,16.000-26.000-5461</inkml:trace>
</inkml:ink>
</file>

<file path=ppt/ink/ink3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7:59:50"/>
    </inkml:context>
    <inkml:brush xml:id="br0">
      <inkml:brushProperty name="width" value="0.035" units="cm"/>
      <inkml:brushProperty name="height" value="0.035" units="cm"/>
      <inkml:brushProperty name="color" value="#e71224"/>
    </inkml:brush>
  </inkml:definitions>
  <inkml:trace contextRef="#ctx0" brushRef="#br0">63.000 0.000 24575,'-12.000'252.000'0,"7.000"-121.000"0,1.000-17.000 0,1.000-93.000 0,-11.000 40.000 0,-3.000 15.000 0,16.000-70.000 0,-2.000 14.000 0,1.000-1.000 0,1.000 1.000 0,0.000 0.000 0,2.000-1.000 0,0.000 1.000 0,5.000 23.000 0,-5.000-40.000 0,1.000 1.000 0,0.000-1.000 0,0.000 1.000 0,0.000-1.000 0,1.000 0.000 0,-1.000 0.000 0,1.000 0.000 0,0.000 0.000 0,0.000 0.000 0,0.000-1.000 0,0.000 1.000 0,0.000-1.000 0,0.000 0.000 0,1.000 0.000 0,-1.000 0.000 0,1.000 0.000 0,0.000-1.000 0,5.000 3.000 0,11.000 2.000 0,0.000 0.000 0,23.000 4.000 0,-40.000-10.000 0,53.000 8.000-121,0.000-3.000 0,0.000-2.000 1,70.000-7.000-1,-19.000 2.000-872,3.000 2.000 993,295.000-12.000 0,-380.000 10.000-76,-5.000 0.000-272,0.000 0.000 1,24.000-7.000-1,-14.000 0.000-5248</inkml:trace>
</inkml:ink>
</file>

<file path=ppt/ink/ink3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8:00:07"/>
    </inkml:context>
    <inkml:brush xml:id="br0">
      <inkml:brushProperty name="width" value="0.035" units="cm"/>
      <inkml:brushProperty name="height" value="0.035" units="cm"/>
      <inkml:brushProperty name="color" value="#e71224"/>
    </inkml:brush>
  </inkml:definitions>
  <inkml:trace contextRef="#ctx0" brushRef="#br0">180.000 0.000 24575,'1.000'71.000'0,"-3.000"83.000"0,-1.000-134.000 0,-1.000 0.000 0,-6.000 19.000 0,4.000-19.000 0,-5.000 36.000 0,8.000-28.000 0,1.000-7.000 0,-1.000 0.000 0,0.000 0.000 0,-7.000 21.000 0,2.000-12.000 0,1.000 0.000 0,-3.000 45.000 0,-5.000 25.000 0,2.000-23.000 0,-7.000 121.000 0,9.000-69.000 0,-6.000-27.000 0,9.000-65.000 0,-3.000 48.000 0,8.000 288.000-1439,5.000-191.000 1454,-2.000 1181.000-5173,10.000-1208.000 5158,0.000-9.000 0,-10.000-120.000-3,0.000 12.000-23,2.000 0.000-1,12.000 74.000 0,-3.000-45.000 24,-2.000 0.000-1,-1.000 72.000 0,0.000-5.000 6,-2.000-36.000-2,-4.000-41.000 0,13.000 70.000 0,33.000 183.000 0,-34.000-211.000 0,4.000 21.000 0,20.000 69.000 0,-26.000-137.000 0,6.000 66.000 0,1.000 7.000 0,12.000 57.000 0,8.000 39.000 0,-24.000-144.000 0,9.000 141.000 0,4.000-15.000 908,-13.000-111.000-635,22.000 97.000 944,-21.000-121.000-1217,-8.000-37.000 0,7.000 52.000 0,-10.000-42.000 398,13.000 44.000-1,2.000 10.000 1153,-5.000-17.000-1080,5.000 30.000-126,-15.000-77.000-493,10.000 41.000 0,-8.000-45.000 364,-1.000 0.000 0,3.000 38.000 0,-6.000-35.000-197,2.000 0.000 1,8.000 28.000 0,6.000 43.000 695,1.000 83.000-714,11.000-66.000 0,-16.000-53.000 0,2.000-2.000 0,51.000 118.000 0,-49.000-119.000-1365,-13.000-33.000-5461</inkml:trace>
</inkml:ink>
</file>

<file path=ppt/ink/ink4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8:00:08"/>
    </inkml:context>
    <inkml:brush xml:id="br0">
      <inkml:brushProperty name="width" value="0.035" units="cm"/>
      <inkml:brushProperty name="height" value="0.035" units="cm"/>
      <inkml:brushProperty name="color" value="#e71224"/>
    </inkml:brush>
  </inkml:definitions>
  <inkml:trace contextRef="#ctx0" brushRef="#br0">0.000 262.000 24575,'6.000'5.000'0,"-1.000"-1.000"0,1.000 1.000 0,0.000-1.000 0,11.000 5.000 0,19.000 14.000 0,13.000 24.000 0,-28.000-27.000 0,37.000 31.000 0,-27.000-29.000 0,23.000 17.000 0,80.000 45.000 0,-28.000-37.000 68,-37.000-19.000-945,15.000 12.000 702,61.000 25.000 188,-73.000-39.000-110,115.000 26.000-1,-30.000-14.000-878,-85.000-28.000 976,110.000 2.000 0,-151.000-10.000 169,0.000 1.000 1,46.000 11.000-1,-42.000-6.000 33,49.000 3.000 0,-82.000-11.000-201,152.000 5.000 620,-125.000-5.000-469,-1.000-2.000 0,1.000-1.000 0,38.000-9.000 0,-60.000 10.000-152,1.000 0.000 0,-1.000 0.000 0,0.000-1.000 0,0.000 0.000 0,0.000 0.000 0,0.000-1.000 0,-1.000 0.000 0,0.000 0.000 0,1.000 0.000 0,-1.000-1.000 0,9.000-9.000 0,-11.000 8.000 0,0.000 1.000 0,0.000 0.000 0,-1.000-1.000 0,0.000 0.000 0,0.000 0.000 0,0.000 0.000 0,-1.000 0.000 0,0.000 0.000 0,0.000-1.000 0,0.000 1.000 0,-1.000-1.000 0,0.000 1.000 0,0.000-12.000 0,-3.000-153.000 0,-1.000 106.000 0,6.000-73.000 0,0.000 115.000 0,12.000-43.000 0,-9.000 46.000 0,-1.000-1.000 0,3.000-33.000 0,-6.000-14.000 21,-3.000 45.000-368,1.000 1.000 1,2.000 0.000-1,4.000-28.000 1,2.000 20.000-6480</inkml:trace>
</inkml:ink>
</file>

<file path=ppt/ink/ink4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8:02:26"/>
    </inkml:context>
    <inkml:brush xml:id="br0">
      <inkml:brushProperty name="width" value="0.035" units="cm"/>
      <inkml:brushProperty name="height" value="0.035" units="cm"/>
      <inkml:brushProperty name="color" value="#e71224"/>
    </inkml:brush>
  </inkml:definitions>
  <inkml:trace contextRef="#ctx0" brushRef="#br0">5645.000 1.000 24575,'-2.000'0.000'0,"1.000"0.000"0,-1.000 1.000 0,0.000-1.000 0,0.000 1.000 0,0.000 0.000 0,0.000-1.000 0,0.000 1.000 0,1.000 0.000 0,-1.000 0.000 0,0.000 0.000 0,1.000 1.000 0,-1.000-1.000 0,1.000 0.000 0,-1.000 0.000 0,1.000 1.000 0,0.000-1.000 0,-2.000 3.000 0,-23.000 35.000 0,13.000-18.000 0,-24.000 24.000 0,-62.000 58.000 0,59.000-62.000 0,-57.000 70.000 0,57.000-63.000 0,-1.000-2.000 0,-74.000 65.000 0,73.000-73.000 0,12.000-7.000 0,-27.000 34.000 0,-13.000 15.000 0,31.000-41.000 0,11.000-13.000 0,1.000 2.000 0,2.000 0.000 0,0.000 2.000 0,-36.000 58.000 0,-24.000 54.000 0,-20.000 37.000 0,25.000-40.000-1605,13.000-27.000 562,37.000-58.000 949,-48.000 63.000-1,46.000-73.000-362,2.000 1.000-1,-36.000 73.000 1,33.000-54.000 295,-59.000 82.000 1,29.000-49.000 209,7.000-13.000-48,-23.000 40.000 0,-34.000 49.000 0,-13.000 27.000 0,31.000-37.000 221,30.000-55.000-101,3.000-5.000-120,-57.000 112.000 0,96.000-170.000-110,-52.000 77.000 0,-6.000 9.000-196,38.000-57.000 177,-14.000 32.000 152,34.000-59.000-23,-2.000-1.000 0,-1.000-1.000 0,-3.000-2.000 0,-46.000 56.000 0,33.000-44.000-38,3.000 2.000-1,-34.000 65.000 0,32.000-52.000-8,-50.000 66.000 0,47.000-83.000 47,24.000-29.000 0,0.000 1.000 0,-21.000 36.000 0,6.000-5.000-314,-67.000 80.000 0,60.000-83.000 21,-47.000 76.000-1,21.000-17.000 294,10.000-17.000 0,-46.000 103.000 0,-7.000 27.000 0,62.000-118.000-265,-4.000-1.000 0,-98.000 142.000 0,59.000-93.000 455,63.000-102.000 8,-45.000 62.000 1,-48.000 65.000 227,72.000-102.000-44,-106.000 126.000 1,121.000-161.000-420,-48.000 74.000 0,55.000-73.000 11,-2.000-2.000-1,-38.000 41.000 0,35.000-47.000 12,1.000 1.000-1,2.000 2.000 1,-26.000 45.000 0,-31.000 46.000-323,26.000-41.000 576,14.000-20.000 828,15.000-23.000-229,-34.000 64.000 0,-107.000 216.000 1955,162.000-306.000-2792,2.000 1.000 0,-12.000 35.000 0,6.000-13.000 0,-33.000 88.000-1365,41.000-107.000-5461</inkml:trace>
</inkml:ink>
</file>

<file path=ppt/ink/ink4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1T08:02:26"/>
    </inkml:context>
    <inkml:brush xml:id="br0">
      <inkml:brushProperty name="width" value="0.035" units="cm"/>
      <inkml:brushProperty name="height" value="0.035" units="cm"/>
      <inkml:brushProperty name="color" value="#e71224"/>
    </inkml:brush>
  </inkml:definitions>
  <inkml:trace contextRef="#ctx0" brushRef="#br0">0.000 0.000 24575,'3.000'0.000'0,"0.000"0.000"0,0.000 1.000 0,-1.000-1.000 0,1.000 1.000 0,0.000-1.000 0,0.000 1.000 0,-1.000 0.000 0,1.000 0.000 0,-1.000 0.000 0,1.000 1.000 0,-1.000-1.000 0,1.000 0.000 0,-1.000 1.000 0,0.000 0.000 0,0.000 0.000 0,4.000 3.000 0,1.000 3.000 0,-1.000 0.000 0,0.000 0.000 0,7.000 12.000 0,7.000 10.000 0,-2.000-4.000 0,-2.000 0.000 0,0.000 1.000 0,14.000 36.000 0,9.000 16.000 0,23.000 56.000 0,-21.000-39.000 0,-39.000-92.000 0,0.000 0.000 0,0.000-1.000 0,0.000 1.000 0,1.000 0.000 0,-1.000-1.000 0,1.000 1.000 0,0.000-1.000 0,0.000 0.000 0,0.000 0.000 0,0.000 0.000 0,1.000 0.000 0,-1.000-1.000 0,1.000 1.000 0,-1.000-1.000 0,1.000 0.000 0,0.000 0.000 0,0.000 0.000 0,0.000 0.000 0,0.000-1.000 0,0.000 0.000 0,1.000 0.000 0,-1.000 0.000 0,0.000 0.000 0,8.000 0.000 0,-5.000-1.000 0,1.000-1.000 0,-1.000 0.000 0,0.000 0.000 0,1.000-1.000 0,-1.000 0.000 0,0.000 0.000 0,0.000-1.000 0,0.000 0.000 0,0.000 0.000 0,-1.000 0.000 0,1.000-1.000 0,-1.000 0.000 0,10.000-8.000 0,3.000-5.000 0,0.000-2.000 0,17.000-20.000 0,-23.000 24.000 0,-1.000 0.000 0,2.000 1.000 0,0.000 1.000 0,1.000 1.000 0,22.000-16.000 0,202.000-99.000 0,-196.000 103.000 0,-7.000 2.000 0,1.000 2.000 0,55.000-20.000 0,75.000-31.000-1365,-147.000 64.000-5461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5.png"/><Relationship Id="rId7" Type="http://schemas.openxmlformats.org/officeDocument/2006/relationships/customXml" Target="../ink/ink4.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3.png"/><Relationship Id="rId3" Type="http://schemas.openxmlformats.org/officeDocument/2006/relationships/customXml" Target="../ink/ink2.xml"/><Relationship Id="rId23" Type="http://schemas.openxmlformats.org/officeDocument/2006/relationships/slideLayout" Target="../slideLayouts/slideLayout2.xml"/><Relationship Id="rId22" Type="http://schemas.openxmlformats.org/officeDocument/2006/relationships/image" Target="../media/image12.png"/><Relationship Id="rId21" Type="http://schemas.openxmlformats.org/officeDocument/2006/relationships/customXml" Target="../ink/ink11.xml"/><Relationship Id="rId20" Type="http://schemas.openxmlformats.org/officeDocument/2006/relationships/image" Target="../media/image11.png"/><Relationship Id="rId2" Type="http://schemas.openxmlformats.org/officeDocument/2006/relationships/image" Target="../media/image2.png"/><Relationship Id="rId19" Type="http://schemas.openxmlformats.org/officeDocument/2006/relationships/customXml" Target="../ink/ink10.xml"/><Relationship Id="rId18" Type="http://schemas.openxmlformats.org/officeDocument/2006/relationships/image" Target="../media/image10.png"/><Relationship Id="rId17" Type="http://schemas.openxmlformats.org/officeDocument/2006/relationships/customXml" Target="../ink/ink9.xml"/><Relationship Id="rId16" Type="http://schemas.openxmlformats.org/officeDocument/2006/relationships/image" Target="../media/image9.png"/><Relationship Id="rId15" Type="http://schemas.openxmlformats.org/officeDocument/2006/relationships/customXml" Target="../ink/ink8.xml"/><Relationship Id="rId14" Type="http://schemas.openxmlformats.org/officeDocument/2006/relationships/image" Target="../media/image8.png"/><Relationship Id="rId13" Type="http://schemas.openxmlformats.org/officeDocument/2006/relationships/customXml" Target="../ink/ink7.xml"/><Relationship Id="rId12" Type="http://schemas.openxmlformats.org/officeDocument/2006/relationships/image" Target="../media/image7.png"/><Relationship Id="rId11" Type="http://schemas.openxmlformats.org/officeDocument/2006/relationships/customXml" Target="../ink/ink6.xml"/><Relationship Id="rId10" Type="http://schemas.openxmlformats.org/officeDocument/2006/relationships/image" Target="../media/image6.png"/><Relationship Id="rId1" Type="http://schemas.openxmlformats.org/officeDocument/2006/relationships/customXml" Target="../ink/ink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14.xml"/><Relationship Id="rId4" Type="http://schemas.openxmlformats.org/officeDocument/2006/relationships/image" Target="../media/image14.png"/><Relationship Id="rId3" Type="http://schemas.openxmlformats.org/officeDocument/2006/relationships/customXml" Target="../ink/ink13.xml"/><Relationship Id="rId2" Type="http://schemas.openxmlformats.org/officeDocument/2006/relationships/image" Target="../media/image13.png"/><Relationship Id="rId1" Type="http://schemas.openxmlformats.org/officeDocument/2006/relationships/customXml" Target="../ink/ink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customXml" Target="../ink/ink16.xml"/><Relationship Id="rId3" Type="http://schemas.openxmlformats.org/officeDocument/2006/relationships/image" Target="../media/image18.png"/><Relationship Id="rId2" Type="http://schemas.openxmlformats.org/officeDocument/2006/relationships/customXml" Target="../ink/ink15.xml"/><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9" Type="http://schemas.openxmlformats.org/officeDocument/2006/relationships/customXml" Target="../ink/ink21.xml"/><Relationship Id="rId8" Type="http://schemas.openxmlformats.org/officeDocument/2006/relationships/image" Target="../media/image23.png"/><Relationship Id="rId7" Type="http://schemas.openxmlformats.org/officeDocument/2006/relationships/customXml" Target="../ink/ink20.xml"/><Relationship Id="rId6" Type="http://schemas.openxmlformats.org/officeDocument/2006/relationships/image" Target="../media/image22.png"/><Relationship Id="rId5" Type="http://schemas.openxmlformats.org/officeDocument/2006/relationships/customXml" Target="../ink/ink19.xml"/><Relationship Id="rId4" Type="http://schemas.openxmlformats.org/officeDocument/2006/relationships/image" Target="../media/image21.png"/><Relationship Id="rId3" Type="http://schemas.openxmlformats.org/officeDocument/2006/relationships/customXml" Target="../ink/ink18.xml"/><Relationship Id="rId2" Type="http://schemas.openxmlformats.org/officeDocument/2006/relationships/image" Target="../media/image20.png"/><Relationship Id="rId19" Type="http://schemas.openxmlformats.org/officeDocument/2006/relationships/slideLayout" Target="../slideLayouts/slideLayout2.xml"/><Relationship Id="rId18" Type="http://schemas.openxmlformats.org/officeDocument/2006/relationships/image" Target="../media/image28.png"/><Relationship Id="rId17" Type="http://schemas.openxmlformats.org/officeDocument/2006/relationships/customXml" Target="../ink/ink25.xml"/><Relationship Id="rId16" Type="http://schemas.openxmlformats.org/officeDocument/2006/relationships/image" Target="../media/image27.png"/><Relationship Id="rId15" Type="http://schemas.openxmlformats.org/officeDocument/2006/relationships/customXml" Target="../ink/ink24.xml"/><Relationship Id="rId14" Type="http://schemas.openxmlformats.org/officeDocument/2006/relationships/image" Target="../media/image26.png"/><Relationship Id="rId13" Type="http://schemas.openxmlformats.org/officeDocument/2006/relationships/customXml" Target="../ink/ink23.xml"/><Relationship Id="rId12" Type="http://schemas.openxmlformats.org/officeDocument/2006/relationships/image" Target="../media/image25.png"/><Relationship Id="rId11" Type="http://schemas.openxmlformats.org/officeDocument/2006/relationships/customXml" Target="../ink/ink22.xml"/><Relationship Id="rId10" Type="http://schemas.openxmlformats.org/officeDocument/2006/relationships/image" Target="../media/image24.png"/><Relationship Id="rId1" Type="http://schemas.openxmlformats.org/officeDocument/2006/relationships/customXml" Target="../ink/ink17.xml"/></Relationships>
</file>

<file path=ppt/slides/_rels/slide8.xml.rels><?xml version="1.0" encoding="UTF-8" standalone="yes"?>
<Relationships xmlns="http://schemas.openxmlformats.org/package/2006/relationships"><Relationship Id="rId9" Type="http://schemas.openxmlformats.org/officeDocument/2006/relationships/customXml" Target="../ink/ink30.xml"/><Relationship Id="rId8" Type="http://schemas.openxmlformats.org/officeDocument/2006/relationships/image" Target="../media/image32.png"/><Relationship Id="rId7" Type="http://schemas.openxmlformats.org/officeDocument/2006/relationships/customXml" Target="../ink/ink29.xml"/><Relationship Id="rId6" Type="http://schemas.openxmlformats.org/officeDocument/2006/relationships/image" Target="../media/image31.png"/><Relationship Id="rId5" Type="http://schemas.openxmlformats.org/officeDocument/2006/relationships/customXml" Target="../ink/ink28.xml"/><Relationship Id="rId4" Type="http://schemas.openxmlformats.org/officeDocument/2006/relationships/image" Target="../media/image30.png"/><Relationship Id="rId3" Type="http://schemas.openxmlformats.org/officeDocument/2006/relationships/customXml" Target="../ink/ink27.xml"/><Relationship Id="rId2" Type="http://schemas.openxmlformats.org/officeDocument/2006/relationships/image" Target="../media/image29.png"/><Relationship Id="rId13" Type="http://schemas.openxmlformats.org/officeDocument/2006/relationships/slideLayout" Target="../slideLayouts/slideLayout2.xml"/><Relationship Id="rId12" Type="http://schemas.openxmlformats.org/officeDocument/2006/relationships/image" Target="../media/image34.png"/><Relationship Id="rId11" Type="http://schemas.openxmlformats.org/officeDocument/2006/relationships/customXml" Target="../ink/ink31.xml"/><Relationship Id="rId10" Type="http://schemas.openxmlformats.org/officeDocument/2006/relationships/image" Target="../media/image33.png"/><Relationship Id="rId1" Type="http://schemas.openxmlformats.org/officeDocument/2006/relationships/customXml" Target="../ink/ink26.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customXml" Target="../ink/ink33.xml"/><Relationship Id="rId2" Type="http://schemas.openxmlformats.org/officeDocument/2006/relationships/image" Target="../media/image35.png"/><Relationship Id="rId1" Type="http://schemas.openxmlformats.org/officeDocument/2006/relationships/customXml" Target="../ink/ink32.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customXml" Target="../ink/ink36.xml"/><Relationship Id="rId4" Type="http://schemas.openxmlformats.org/officeDocument/2006/relationships/image" Target="../media/image39.png"/><Relationship Id="rId3" Type="http://schemas.openxmlformats.org/officeDocument/2006/relationships/customXml" Target="../ink/ink35.xml"/><Relationship Id="rId2" Type="http://schemas.openxmlformats.org/officeDocument/2006/relationships/image" Target="../media/image38.png"/><Relationship Id="rId1" Type="http://schemas.openxmlformats.org/officeDocument/2006/relationships/customXml" Target="../ink/ink34.xml"/></Relationships>
</file>

<file path=ppt/slides/_rels/slide11.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customXml" Target="../ink/ink40.xml"/><Relationship Id="rId7" Type="http://schemas.openxmlformats.org/officeDocument/2006/relationships/image" Target="../media/image44.png"/><Relationship Id="rId6" Type="http://schemas.openxmlformats.org/officeDocument/2006/relationships/customXml" Target="../ink/ink39.xml"/><Relationship Id="rId5" Type="http://schemas.openxmlformats.org/officeDocument/2006/relationships/image" Target="../media/image43.png"/><Relationship Id="rId4" Type="http://schemas.openxmlformats.org/officeDocument/2006/relationships/customXml" Target="../ink/ink38.xml"/><Relationship Id="rId3" Type="http://schemas.openxmlformats.org/officeDocument/2006/relationships/image" Target="../media/image42.png"/><Relationship Id="rId2" Type="http://schemas.openxmlformats.org/officeDocument/2006/relationships/customXml" Target="../ink/ink37.xml"/><Relationship Id="rId14" Type="http://schemas.openxmlformats.org/officeDocument/2006/relationships/slideLayout" Target="../slideLayouts/slideLayout2.xml"/><Relationship Id="rId13" Type="http://schemas.openxmlformats.org/officeDocument/2006/relationships/image" Target="../media/image47.png"/><Relationship Id="rId12" Type="http://schemas.openxmlformats.org/officeDocument/2006/relationships/customXml" Target="../ink/ink42.xml"/><Relationship Id="rId11" Type="http://schemas.openxmlformats.org/officeDocument/2006/relationships/image" Target="../media/image46.png"/><Relationship Id="rId10" Type="http://schemas.openxmlformats.org/officeDocument/2006/relationships/customXml" Target="../ink/ink41.xml"/><Relationship Id="rId1" Type="http://schemas.openxmlformats.org/officeDocument/2006/relationships/image" Target="../media/image4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12140" y="471170"/>
            <a:ext cx="3107690" cy="368300"/>
          </a:xfrm>
          <a:prstGeom prst="rect">
            <a:avLst/>
          </a:prstGeom>
          <a:noFill/>
        </p:spPr>
        <p:txBody>
          <a:bodyPr wrap="square" rtlCol="0">
            <a:spAutoFit/>
          </a:bodyPr>
          <a:p>
            <a:r>
              <a:rPr lang="zh-CN" altLang="en-US"/>
              <a:t>信道</a:t>
            </a:r>
            <a:r>
              <a:rPr lang="zh-CN" altLang="en-US"/>
              <a:t>均衡</a:t>
            </a:r>
            <a:endParaRPr lang="zh-CN" altLang="en-US"/>
          </a:p>
        </p:txBody>
      </p:sp>
      <p:sp>
        <p:nvSpPr>
          <p:cNvPr id="5" name="文本框 4"/>
          <p:cNvSpPr txBox="1"/>
          <p:nvPr/>
        </p:nvSpPr>
        <p:spPr>
          <a:xfrm>
            <a:off x="1477645" y="1178560"/>
            <a:ext cx="7497445" cy="645160"/>
          </a:xfrm>
          <a:prstGeom prst="rect">
            <a:avLst/>
          </a:prstGeom>
          <a:noFill/>
        </p:spPr>
        <p:txBody>
          <a:bodyPr wrap="square" rtlCol="0">
            <a:spAutoFit/>
          </a:bodyPr>
          <a:p>
            <a:r>
              <a:rPr lang="zh-CN" altLang="en-US"/>
              <a:t>为了抑制多径时延等因素对系统传输性能造成损失而提出的一种抗衰落措施。（尽可能使得</a:t>
            </a:r>
            <a:r>
              <a:rPr lang="en-US" altLang="zh-CN"/>
              <a:t>s(n)=x(n)。)</a:t>
            </a:r>
            <a:endParaRPr lang="zh-CN" altLang="en-US"/>
          </a:p>
        </p:txBody>
      </p:sp>
      <p:pic>
        <p:nvPicPr>
          <p:cNvPr id="6" name="图片 1"/>
          <p:cNvPicPr>
            <a:picLocks noChangeAspect="1"/>
          </p:cNvPicPr>
          <p:nvPr/>
        </p:nvPicPr>
        <p:blipFill>
          <a:blip r:embed="rId1"/>
          <a:stretch>
            <a:fillRect/>
          </a:stretch>
        </p:blipFill>
        <p:spPr>
          <a:xfrm>
            <a:off x="2798128" y="2275523"/>
            <a:ext cx="5268595" cy="1095375"/>
          </a:xfrm>
          <a:prstGeom prst="rect">
            <a:avLst/>
          </a:prstGeom>
          <a:noFill/>
          <a:ln>
            <a:noFill/>
          </a:ln>
        </p:spPr>
      </p:pic>
      <p:sp>
        <p:nvSpPr>
          <p:cNvPr id="7" name="文本框 6"/>
          <p:cNvSpPr txBox="1"/>
          <p:nvPr/>
        </p:nvSpPr>
        <p:spPr>
          <a:xfrm>
            <a:off x="1602105" y="4665345"/>
            <a:ext cx="7899400" cy="337185"/>
          </a:xfrm>
          <a:prstGeom prst="rect">
            <a:avLst/>
          </a:prstGeom>
        </p:spPr>
        <p:txBody>
          <a:bodyPr wrap="square">
            <a:spAutoFit/>
          </a:bodyPr>
          <a:p>
            <a:pPr defTabSz="266700"/>
            <a:r>
              <a:rPr lang="zh-CN" altLang="en-US" sz="1600" b="1">
                <a:solidFill>
                  <a:srgbClr val="000000"/>
                </a:solidFill>
                <a:latin typeface="Calibri" panose="020F0502020204030204"/>
                <a:ea typeface="宋体" panose="02010600030101010101" pitchFamily="2" charset="-122"/>
              </a:rPr>
              <a:t>研究目</a:t>
            </a:r>
            <a:r>
              <a:rPr lang="zh-CN" altLang="en-US" sz="1600" b="1">
                <a:solidFill>
                  <a:srgbClr val="000000"/>
                </a:solidFill>
                <a:latin typeface="Calibri" panose="020F0502020204030204"/>
                <a:ea typeface="宋体" panose="02010600030101010101" pitchFamily="2" charset="-122"/>
              </a:rPr>
              <a:t>的：</a:t>
            </a:r>
            <a:r>
              <a:rPr lang="zh-CN" altLang="en-US" sz="1600" b="0">
                <a:solidFill>
                  <a:srgbClr val="000000"/>
                </a:solidFill>
                <a:latin typeface="Calibri" panose="020F0502020204030204"/>
                <a:ea typeface="宋体" panose="02010600030101010101" pitchFamily="2" charset="-122"/>
              </a:rPr>
              <a:t>降低误码率、降低复杂度、提高收敛速度、提高鲁棒性。</a:t>
            </a:r>
            <a:endParaRPr lang="zh-CN" altLang="en-US" sz="1600" b="0">
              <a:solidFill>
                <a:srgbClr val="000000"/>
              </a:solidFill>
              <a:latin typeface="Calibri" panose="020F0502020204030204"/>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50240" y="400685"/>
            <a:ext cx="6096000" cy="368300"/>
          </a:xfrm>
          <a:prstGeom prst="rect">
            <a:avLst/>
          </a:prstGeom>
          <a:noFill/>
        </p:spPr>
        <p:txBody>
          <a:bodyPr wrap="square" rtlCol="0" anchor="t">
            <a:spAutoFit/>
          </a:bodyPr>
          <a:p>
            <a:r>
              <a:rPr lang="zh-CN" altLang="en-US"/>
              <a:t>基于 </a:t>
            </a:r>
            <a:r>
              <a:rPr lang="en-US" altLang="zh-CN"/>
              <a:t>ML</a:t>
            </a:r>
            <a:r>
              <a:rPr lang="zh-CN" altLang="en-US"/>
              <a:t>的 </a:t>
            </a:r>
            <a:r>
              <a:rPr lang="en-US" altLang="zh-CN"/>
              <a:t>DCO-OFDM </a:t>
            </a:r>
            <a:r>
              <a:rPr lang="zh-CN" altLang="en-US"/>
              <a:t>系统模型</a:t>
            </a:r>
            <a:endParaRPr lang="zh-CN" altLang="en-US"/>
          </a:p>
        </p:txBody>
      </p:sp>
      <p:sp>
        <p:nvSpPr>
          <p:cNvPr id="7" name="文本框 6"/>
          <p:cNvSpPr txBox="1"/>
          <p:nvPr/>
        </p:nvSpPr>
        <p:spPr>
          <a:xfrm>
            <a:off x="912495" y="1423670"/>
            <a:ext cx="6096000" cy="368300"/>
          </a:xfrm>
          <a:prstGeom prst="rect">
            <a:avLst/>
          </a:prstGeom>
          <a:noFill/>
        </p:spPr>
        <p:txBody>
          <a:bodyPr wrap="square" rtlCol="0" anchor="t">
            <a:spAutoFit/>
          </a:bodyPr>
          <a:p>
            <a:r>
              <a:rPr lang="en-US" altLang="zh-CN"/>
              <a:t>DNN</a:t>
            </a:r>
            <a:r>
              <a:rPr lang="zh-CN" altLang="en-US"/>
              <a:t>对信道进行</a:t>
            </a:r>
            <a:r>
              <a:rPr lang="zh-CN" altLang="en-US"/>
              <a:t>估计</a:t>
            </a:r>
            <a:endParaRPr lang="zh-CN" altLang="en-US"/>
          </a:p>
        </p:txBody>
      </p:sp>
      <p:sp>
        <p:nvSpPr>
          <p:cNvPr id="8" name="文本框 7"/>
          <p:cNvSpPr txBox="1"/>
          <p:nvPr/>
        </p:nvSpPr>
        <p:spPr>
          <a:xfrm>
            <a:off x="975360" y="2214880"/>
            <a:ext cx="1017270" cy="368300"/>
          </a:xfrm>
          <a:prstGeom prst="rect">
            <a:avLst/>
          </a:prstGeom>
          <a:noFill/>
        </p:spPr>
        <p:txBody>
          <a:bodyPr wrap="square" rtlCol="0">
            <a:spAutoFit/>
          </a:bodyPr>
          <a:p>
            <a:r>
              <a:rPr lang="en-US" altLang="zh-CN"/>
              <a:t>64</a:t>
            </a:r>
            <a:r>
              <a:rPr lang="zh-CN" altLang="en-US"/>
              <a:t>复数</a:t>
            </a:r>
            <a:endParaRPr lang="zh-CN" altLang="en-US"/>
          </a:p>
        </p:txBody>
      </p:sp>
      <p:sp>
        <p:nvSpPr>
          <p:cNvPr id="9" name="文本框 8"/>
          <p:cNvSpPr txBox="1"/>
          <p:nvPr/>
        </p:nvSpPr>
        <p:spPr>
          <a:xfrm>
            <a:off x="2132330" y="2214880"/>
            <a:ext cx="3904615" cy="368300"/>
          </a:xfrm>
          <a:prstGeom prst="rect">
            <a:avLst/>
          </a:prstGeom>
          <a:noFill/>
        </p:spPr>
        <p:txBody>
          <a:bodyPr wrap="square" rtlCol="0">
            <a:spAutoFit/>
          </a:bodyPr>
          <a:p>
            <a:r>
              <a:rPr lang="en-US" altLang="zh-CN"/>
              <a:t>64</a:t>
            </a:r>
            <a:r>
              <a:rPr lang="zh-CN" altLang="en-US"/>
              <a:t>实数和虚数，形成向量</a:t>
            </a:r>
            <a:r>
              <a:rPr lang="en-US" altLang="zh-CN"/>
              <a:t>[128]</a:t>
            </a:r>
            <a:endParaRPr lang="en-US" altLang="zh-CN"/>
          </a:p>
        </p:txBody>
      </p:sp>
      <p:sp>
        <p:nvSpPr>
          <p:cNvPr id="11" name="文本框 10"/>
          <p:cNvSpPr txBox="1"/>
          <p:nvPr/>
        </p:nvSpPr>
        <p:spPr>
          <a:xfrm>
            <a:off x="2203450" y="2842895"/>
            <a:ext cx="4805045" cy="645160"/>
          </a:xfrm>
          <a:prstGeom prst="rect">
            <a:avLst/>
          </a:prstGeom>
          <a:noFill/>
        </p:spPr>
        <p:txBody>
          <a:bodyPr wrap="square" rtlCol="0">
            <a:spAutoFit/>
          </a:bodyPr>
          <a:p>
            <a:r>
              <a:rPr lang="en-US" altLang="zh-CN"/>
              <a:t>1D-Conv</a:t>
            </a:r>
            <a:r>
              <a:rPr lang="zh-CN" altLang="en-US"/>
              <a:t>（16个长度4的核滑动</a:t>
            </a:r>
            <a:r>
              <a:rPr lang="en-US" altLang="zh-CN"/>
              <a:t>,</a:t>
            </a:r>
            <a:r>
              <a:rPr lang="zh-CN" altLang="en-US"/>
              <a:t>每次看相邻4个数，提局部特征</a:t>
            </a:r>
            <a:r>
              <a:rPr lang="zh-CN" altLang="en-US"/>
              <a:t>）</a:t>
            </a:r>
            <a:endParaRPr lang="zh-CN" altLang="en-US"/>
          </a:p>
        </p:txBody>
      </p:sp>
      <p:sp>
        <p:nvSpPr>
          <p:cNvPr id="12" name="文本框 11"/>
          <p:cNvSpPr txBox="1"/>
          <p:nvPr/>
        </p:nvSpPr>
        <p:spPr>
          <a:xfrm>
            <a:off x="2203450" y="3796030"/>
            <a:ext cx="3744595" cy="368300"/>
          </a:xfrm>
          <a:prstGeom prst="rect">
            <a:avLst/>
          </a:prstGeom>
          <a:noFill/>
        </p:spPr>
        <p:txBody>
          <a:bodyPr wrap="square" rtlCol="0">
            <a:spAutoFit/>
          </a:bodyPr>
          <a:p>
            <a:r>
              <a:rPr lang="en-US" altLang="zh-CN"/>
              <a:t>Flatten(</a:t>
            </a:r>
            <a:r>
              <a:rPr lang="zh-CN" altLang="en-US"/>
              <a:t>将多维输出压缩成</a:t>
            </a:r>
            <a:r>
              <a:rPr lang="en-US" altLang="zh-CN"/>
              <a:t>1</a:t>
            </a:r>
            <a:r>
              <a:rPr lang="zh-CN" altLang="en-US"/>
              <a:t>维</a:t>
            </a:r>
            <a:r>
              <a:rPr lang="en-US" altLang="zh-CN"/>
              <a:t>)</a:t>
            </a:r>
            <a:endParaRPr lang="en-US" altLang="zh-CN"/>
          </a:p>
        </p:txBody>
      </p:sp>
      <p:sp>
        <p:nvSpPr>
          <p:cNvPr id="13" name="文本框 12"/>
          <p:cNvSpPr txBox="1"/>
          <p:nvPr/>
        </p:nvSpPr>
        <p:spPr>
          <a:xfrm>
            <a:off x="2203450" y="4598670"/>
            <a:ext cx="4417060" cy="368300"/>
          </a:xfrm>
          <a:prstGeom prst="rect">
            <a:avLst/>
          </a:prstGeom>
          <a:noFill/>
        </p:spPr>
        <p:txBody>
          <a:bodyPr wrap="square" rtlCol="0">
            <a:spAutoFit/>
          </a:bodyPr>
          <a:p>
            <a:r>
              <a:rPr lang="en-US" altLang="zh-CN"/>
              <a:t>Dense(</a:t>
            </a:r>
            <a:r>
              <a:rPr lang="zh-CN" altLang="en-US"/>
              <a:t>将局部特此汇总成全局估计</a:t>
            </a:r>
            <a:r>
              <a:rPr lang="en-US" altLang="zh-CN"/>
              <a:t>)</a:t>
            </a:r>
            <a:endParaRPr lang="en-US" altLang="zh-CN"/>
          </a:p>
        </p:txBody>
      </p:sp>
      <p:sp>
        <p:nvSpPr>
          <p:cNvPr id="14" name="文本框 13"/>
          <p:cNvSpPr txBox="1"/>
          <p:nvPr/>
        </p:nvSpPr>
        <p:spPr>
          <a:xfrm>
            <a:off x="650240" y="3796030"/>
            <a:ext cx="1075055" cy="368300"/>
          </a:xfrm>
          <a:prstGeom prst="rect">
            <a:avLst/>
          </a:prstGeom>
          <a:noFill/>
        </p:spPr>
        <p:txBody>
          <a:bodyPr wrap="square" rtlCol="0">
            <a:spAutoFit/>
          </a:bodyPr>
          <a:p>
            <a:r>
              <a:rPr lang="en-US" altLang="zh-CN"/>
              <a:t>CE</a:t>
            </a:r>
            <a:r>
              <a:rPr lang="en-US" altLang="zh-CN"/>
              <a:t>net</a:t>
            </a:r>
            <a:endParaRPr lang="en-US" altLang="zh-CN"/>
          </a:p>
        </p:txBody>
      </p:sp>
      <mc:AlternateContent xmlns:mc="http://schemas.openxmlformats.org/markup-compatibility/2006" xmlns:p14="http://schemas.microsoft.com/office/powerpoint/2010/main">
        <mc:Choice Requires="p14">
          <p:contentPart r:id="rId1" p14:bwMode="auto">
            <p14:nvContentPartPr>
              <p14:cNvPr id="15" name="墨迹 14"/>
              <p14:cNvContentPartPr/>
              <p14:nvPr/>
            </p14:nvContentPartPr>
            <p14:xfrm>
              <a:off x="1562100" y="2828925"/>
              <a:ext cx="495300" cy="2200275"/>
            </p14:xfrm>
          </p:contentPart>
        </mc:Choice>
        <mc:Fallback xmlns="">
          <p:pic>
            <p:nvPicPr>
              <p:cNvPr id="15" name="墨迹 14"/>
            </p:nvPicPr>
            <p:blipFill>
              <a:blip r:embed="rId2"/>
            </p:blipFill>
            <p:spPr>
              <a:xfrm>
                <a:off x="1562100" y="2828925"/>
                <a:ext cx="495300" cy="2200275"/>
              </a:xfrm>
              <a:prstGeom prst="rect"/>
            </p:spPr>
          </p:pic>
        </mc:Fallback>
      </mc:AlternateContent>
      <p:sp>
        <p:nvSpPr>
          <p:cNvPr id="16" name="文本框 15"/>
          <p:cNvSpPr txBox="1"/>
          <p:nvPr/>
        </p:nvSpPr>
        <p:spPr>
          <a:xfrm>
            <a:off x="7154545" y="1029970"/>
            <a:ext cx="4387850" cy="2584450"/>
          </a:xfrm>
          <a:prstGeom prst="rect">
            <a:avLst/>
          </a:prstGeom>
          <a:noFill/>
        </p:spPr>
        <p:txBody>
          <a:bodyPr wrap="square" rtlCol="0">
            <a:spAutoFit/>
          </a:bodyPr>
          <a:p>
            <a:r>
              <a:rPr lang="zh-CN" altLang="en-US"/>
              <a:t>训练过程：</a:t>
            </a:r>
            <a:endParaRPr lang="en-US" altLang="zh-CN"/>
          </a:p>
          <a:p>
            <a:r>
              <a:rPr lang="en-US" altLang="zh-CN"/>
              <a:t>1.</a:t>
            </a:r>
            <a:r>
              <a:rPr lang="zh-CN" altLang="en-US"/>
              <a:t>固定已知导频 </a:t>
            </a:r>
            <a:r>
              <a:rPr lang="en-US" altLang="zh-CN"/>
              <a:t>XP</a:t>
            </a:r>
            <a:endParaRPr lang="en-US" altLang="zh-CN"/>
          </a:p>
          <a:p>
            <a:r>
              <a:rPr lang="en-US" altLang="zh-CN"/>
              <a:t>2.</a:t>
            </a:r>
            <a:r>
              <a:rPr lang="zh-CN" altLang="en-US"/>
              <a:t>仿真一个 </a:t>
            </a:r>
            <a:r>
              <a:rPr lang="en-US" altLang="zh-CN"/>
              <a:t>ht</a:t>
            </a:r>
            <a:r>
              <a:rPr lang="zh-CN" altLang="en-US"/>
              <a:t> ，加噪声，得到接收导频 </a:t>
            </a:r>
            <a:r>
              <a:rPr lang="en-US" altLang="zh-CN"/>
              <a:t>YP​</a:t>
            </a:r>
            <a:endParaRPr lang="en-US" altLang="zh-CN"/>
          </a:p>
          <a:p>
            <a:r>
              <a:rPr lang="en-US" altLang="zh-CN"/>
              <a:t>3.</a:t>
            </a:r>
            <a:r>
              <a:rPr lang="zh-CN" altLang="en-US"/>
              <a:t>由 </a:t>
            </a:r>
            <a:r>
              <a:rPr lang="en-US" altLang="zh-CN"/>
              <a:t>ht</a:t>
            </a:r>
            <a:r>
              <a:rPr lang="zh-CN" altLang="en-US"/>
              <a:t>算真值 </a:t>
            </a:r>
            <a:r>
              <a:rPr lang="en-US" altLang="zh-CN"/>
              <a:t>H，</a:t>
            </a:r>
            <a:r>
              <a:rPr lang="zh-CN" altLang="en-US"/>
              <a:t>取出 31 个有效位置的模 → </a:t>
            </a:r>
            <a:r>
              <a:rPr lang="en-US" altLang="zh-CN"/>
              <a:t>H</a:t>
            </a:r>
            <a:r>
              <a:rPr lang="zh-CN" altLang="en-US"/>
              <a:t>标签</a:t>
            </a:r>
            <a:endParaRPr lang="zh-CN" altLang="en-US"/>
          </a:p>
          <a:p>
            <a:r>
              <a:rPr lang="en-US" altLang="zh-CN"/>
              <a:t>4.YP</a:t>
            </a:r>
            <a:r>
              <a:rPr lang="zh-CN" altLang="en-US"/>
              <a:t>拆实虚部 →128 维输入</a:t>
            </a:r>
            <a:endParaRPr lang="zh-CN" altLang="en-US"/>
          </a:p>
          <a:p>
            <a:r>
              <a:rPr lang="en-US" altLang="zh-CN"/>
              <a:t>5.</a:t>
            </a:r>
            <a:r>
              <a:rPr lang="zh-CN" altLang="en-US"/>
              <a:t>网络输出 31 维 </a:t>
            </a:r>
            <a:r>
              <a:rPr lang="en-US" altLang="en-US">
                <a:sym typeface="+mn-ea"/>
              </a:rPr>
              <a:t>Ĥ</a:t>
            </a:r>
            <a:r>
              <a:rPr lang="en-US" altLang="zh-CN"/>
              <a:t> </a:t>
            </a:r>
            <a:endParaRPr lang="en-US" altLang="zh-CN"/>
          </a:p>
          <a:p>
            <a:r>
              <a:rPr lang="en-US" altLang="zh-CN"/>
              <a:t>6.</a:t>
            </a:r>
            <a:r>
              <a:rPr lang="zh-CN" altLang="en-US"/>
              <a:t>损失：</a:t>
            </a:r>
            <a:r>
              <a:rPr lang="en-US" altLang="zh-CN"/>
              <a:t>H</a:t>
            </a:r>
            <a:r>
              <a:rPr lang="zh-CN" altLang="en-US"/>
              <a:t>标签和</a:t>
            </a:r>
            <a:r>
              <a:rPr lang="en-US" altLang="en-US">
                <a:sym typeface="+mn-ea"/>
              </a:rPr>
              <a:t>Ĥ</a:t>
            </a:r>
            <a:r>
              <a:rPr lang="en-US" altLang="zh-CN">
                <a:sym typeface="+mn-ea"/>
              </a:rPr>
              <a:t> </a:t>
            </a:r>
            <a:r>
              <a:rPr lang="zh-CN" altLang="en-US">
                <a:sym typeface="+mn-ea"/>
              </a:rPr>
              <a:t>计算均方误差</a:t>
            </a:r>
            <a:endParaRPr lang="en-US" altLang="zh-CN">
              <a:sym typeface="+mn-ea"/>
            </a:endParaRPr>
          </a:p>
          <a:p>
            <a:r>
              <a:rPr lang="en-US" altLang="zh-CN"/>
              <a:t>​7.</a:t>
            </a:r>
            <a:r>
              <a:rPr lang="zh-CN" altLang="en-US"/>
              <a:t>反传更新卷积核和全连接权重</a:t>
            </a:r>
            <a:endParaRPr lang="zh-CN" altLang="en-US"/>
          </a:p>
        </p:txBody>
      </p:sp>
      <p:sp>
        <p:nvSpPr>
          <p:cNvPr id="18" name="文本框 17"/>
          <p:cNvSpPr txBox="1"/>
          <p:nvPr/>
        </p:nvSpPr>
        <p:spPr>
          <a:xfrm>
            <a:off x="1426210" y="5401310"/>
            <a:ext cx="6096000" cy="368300"/>
          </a:xfrm>
          <a:prstGeom prst="rect">
            <a:avLst/>
          </a:prstGeom>
          <a:noFill/>
        </p:spPr>
        <p:txBody>
          <a:bodyPr wrap="square" rtlCol="0" anchor="t">
            <a:spAutoFit/>
          </a:bodyPr>
          <a:p>
            <a:r>
              <a:rPr lang="zh-CN" altLang="en-US"/>
              <a:t>数据</a:t>
            </a:r>
            <a:r>
              <a:rPr lang="zh-CN" altLang="en-US"/>
              <a:t>均衡：对数据子载波做  </a:t>
            </a:r>
            <a:r>
              <a:rPr lang="en-US" altLang="zh-CN"/>
              <a:t>X / </a:t>
            </a:r>
            <a:r>
              <a:rPr lang="en-US" altLang="en-US"/>
              <a:t>Ĥ</a:t>
            </a:r>
            <a:endParaRPr lang="zh-CN" altLang="en-US"/>
          </a:p>
        </p:txBody>
      </p:sp>
      <mc:AlternateContent xmlns:mc="http://schemas.openxmlformats.org/markup-compatibility/2006" xmlns:p14="http://schemas.microsoft.com/office/powerpoint/2010/main">
        <mc:Choice Requires="p14">
          <p:contentPart r:id="rId3" p14:bwMode="auto">
            <p14:nvContentPartPr>
              <p14:cNvPr id="19" name="墨迹 18"/>
              <p14:cNvContentPartPr/>
              <p14:nvPr/>
            </p14:nvContentPartPr>
            <p14:xfrm>
              <a:off x="1861820" y="2352675"/>
              <a:ext cx="266700" cy="13970"/>
            </p14:xfrm>
          </p:contentPart>
        </mc:Choice>
        <mc:Fallback xmlns="">
          <p:pic>
            <p:nvPicPr>
              <p:cNvPr id="19" name="墨迹 18"/>
            </p:nvPicPr>
            <p:blipFill>
              <a:blip r:embed="rId4"/>
            </p:blipFill>
            <p:spPr>
              <a:xfrm>
                <a:off x="1861820" y="2352675"/>
                <a:ext cx="266700" cy="1397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0" name="墨迹 19"/>
              <p14:cNvContentPartPr/>
              <p14:nvPr/>
            </p14:nvContentPartPr>
            <p14:xfrm>
              <a:off x="2038350" y="2290445"/>
              <a:ext cx="137795" cy="119380"/>
            </p14:xfrm>
          </p:contentPart>
        </mc:Choice>
        <mc:Fallback xmlns="">
          <p:pic>
            <p:nvPicPr>
              <p:cNvPr id="20" name="墨迹 19"/>
            </p:nvPicPr>
            <p:blipFill>
              <a:blip r:embed="rId6"/>
            </p:blipFill>
            <p:spPr>
              <a:xfrm>
                <a:off x="2038350" y="2290445"/>
                <a:ext cx="137795" cy="1193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1" name="墨迹 20"/>
              <p14:cNvContentPartPr/>
              <p14:nvPr/>
            </p14:nvContentPartPr>
            <p14:xfrm>
              <a:off x="3785870" y="2619375"/>
              <a:ext cx="9525" cy="290195"/>
            </p14:xfrm>
          </p:contentPart>
        </mc:Choice>
        <mc:Fallback xmlns="">
          <p:pic>
            <p:nvPicPr>
              <p:cNvPr id="21" name="墨迹 20"/>
            </p:nvPicPr>
            <p:blipFill>
              <a:blip r:embed="rId8"/>
            </p:blipFill>
            <p:spPr>
              <a:xfrm>
                <a:off x="3785870" y="2619375"/>
                <a:ext cx="9525" cy="29019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2" name="墨迹 21"/>
              <p14:cNvContentPartPr/>
              <p14:nvPr/>
            </p14:nvContentPartPr>
            <p14:xfrm>
              <a:off x="3743325" y="2819400"/>
              <a:ext cx="180975" cy="142875"/>
            </p14:xfrm>
          </p:contentPart>
        </mc:Choice>
        <mc:Fallback xmlns="">
          <p:pic>
            <p:nvPicPr>
              <p:cNvPr id="22" name="墨迹 21"/>
            </p:nvPicPr>
            <p:blipFill>
              <a:blip r:embed="rId10"/>
            </p:blipFill>
            <p:spPr>
              <a:xfrm>
                <a:off x="3743325" y="2819400"/>
                <a:ext cx="180975" cy="1428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5" name="墨迹 24"/>
              <p14:cNvContentPartPr/>
              <p14:nvPr/>
            </p14:nvContentPartPr>
            <p14:xfrm>
              <a:off x="3714750" y="4171950"/>
              <a:ext cx="33020" cy="385445"/>
            </p14:xfrm>
          </p:contentPart>
        </mc:Choice>
        <mc:Fallback xmlns="">
          <p:pic>
            <p:nvPicPr>
              <p:cNvPr id="25" name="墨迹 24"/>
            </p:nvPicPr>
            <p:blipFill>
              <a:blip r:embed="rId12"/>
            </p:blipFill>
            <p:spPr>
              <a:xfrm>
                <a:off x="3714750" y="4171950"/>
                <a:ext cx="33020" cy="3854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6" name="墨迹 25"/>
              <p14:cNvContentPartPr/>
              <p14:nvPr/>
            </p14:nvContentPartPr>
            <p14:xfrm>
              <a:off x="3662045" y="4404995"/>
              <a:ext cx="257175" cy="157480"/>
            </p14:xfrm>
          </p:contentPart>
        </mc:Choice>
        <mc:Fallback xmlns="">
          <p:pic>
            <p:nvPicPr>
              <p:cNvPr id="26" name="墨迹 25"/>
            </p:nvPicPr>
            <p:blipFill>
              <a:blip r:embed="rId14"/>
            </p:blipFill>
            <p:spPr>
              <a:xfrm>
                <a:off x="3662045" y="4404995"/>
                <a:ext cx="257175" cy="1574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7" name="墨迹 26"/>
              <p14:cNvContentPartPr/>
              <p14:nvPr/>
            </p14:nvContentPartPr>
            <p14:xfrm>
              <a:off x="3505200" y="5014595"/>
              <a:ext cx="104775" cy="438150"/>
            </p14:xfrm>
          </p:contentPart>
        </mc:Choice>
        <mc:Fallback xmlns="">
          <p:pic>
            <p:nvPicPr>
              <p:cNvPr id="27" name="墨迹 26"/>
            </p:nvPicPr>
            <p:blipFill>
              <a:blip r:embed="rId16"/>
            </p:blipFill>
            <p:spPr>
              <a:xfrm>
                <a:off x="3505200" y="5014595"/>
                <a:ext cx="104775" cy="4381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8" name="墨迹 27"/>
              <p14:cNvContentPartPr/>
              <p14:nvPr/>
            </p14:nvContentPartPr>
            <p14:xfrm>
              <a:off x="3471545" y="5271770"/>
              <a:ext cx="304800" cy="180975"/>
            </p14:xfrm>
          </p:contentPart>
        </mc:Choice>
        <mc:Fallback xmlns="">
          <p:pic>
            <p:nvPicPr>
              <p:cNvPr id="28" name="墨迹 27"/>
            </p:nvPicPr>
            <p:blipFill>
              <a:blip r:embed="rId18"/>
            </p:blipFill>
            <p:spPr>
              <a:xfrm>
                <a:off x="3471545" y="5271770"/>
                <a:ext cx="304800" cy="18097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9" name="墨迹 28"/>
              <p14:cNvContentPartPr/>
              <p14:nvPr/>
            </p14:nvContentPartPr>
            <p14:xfrm>
              <a:off x="3886200" y="3452495"/>
              <a:ext cx="23495" cy="381000"/>
            </p14:xfrm>
          </p:contentPart>
        </mc:Choice>
        <mc:Fallback xmlns="">
          <p:pic>
            <p:nvPicPr>
              <p:cNvPr id="29" name="墨迹 28"/>
            </p:nvPicPr>
            <p:blipFill>
              <a:blip r:embed="rId20"/>
            </p:blipFill>
            <p:spPr>
              <a:xfrm>
                <a:off x="3886200" y="3452495"/>
                <a:ext cx="23495" cy="3810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0" name="墨迹 29"/>
              <p14:cNvContentPartPr/>
              <p14:nvPr/>
            </p14:nvContentPartPr>
            <p14:xfrm>
              <a:off x="3829050" y="3671570"/>
              <a:ext cx="228600" cy="171450"/>
            </p14:xfrm>
          </p:contentPart>
        </mc:Choice>
        <mc:Fallback xmlns="">
          <p:pic>
            <p:nvPicPr>
              <p:cNvPr id="30" name="墨迹 29"/>
            </p:nvPicPr>
            <p:blipFill>
              <a:blip r:embed="rId22"/>
            </p:blipFill>
            <p:spPr>
              <a:xfrm>
                <a:off x="3829050" y="3671570"/>
                <a:ext cx="228600" cy="171450"/>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30325" y="590550"/>
            <a:ext cx="3122930" cy="368300"/>
          </a:xfrm>
          <a:prstGeom prst="rect">
            <a:avLst/>
          </a:prstGeom>
          <a:noFill/>
        </p:spPr>
        <p:txBody>
          <a:bodyPr wrap="square" rtlCol="0">
            <a:spAutoFit/>
          </a:bodyPr>
          <a:p>
            <a:r>
              <a:rPr lang="zh-CN" altLang="en-US"/>
              <a:t>得到</a:t>
            </a:r>
            <a:r>
              <a:rPr lang="en-US" altLang="zh-CN">
                <a:sym typeface="+mn-ea"/>
              </a:rPr>
              <a:t>X / </a:t>
            </a:r>
            <a:r>
              <a:rPr lang="en-US" altLang="en-US">
                <a:sym typeface="+mn-ea"/>
              </a:rPr>
              <a:t>Ĥ</a:t>
            </a:r>
            <a:r>
              <a:rPr lang="zh-CN" altLang="en-US">
                <a:sym typeface="+mn-ea"/>
              </a:rPr>
              <a:t>的</a:t>
            </a:r>
            <a:r>
              <a:rPr lang="zh-CN" altLang="en-US">
                <a:sym typeface="+mn-ea"/>
              </a:rPr>
              <a:t>结果后</a:t>
            </a:r>
            <a:endParaRPr lang="zh-CN" altLang="en-US">
              <a:sym typeface="+mn-ea"/>
            </a:endParaRPr>
          </a:p>
        </p:txBody>
      </p:sp>
      <p:sp>
        <p:nvSpPr>
          <p:cNvPr id="5" name="文本框 4"/>
          <p:cNvSpPr txBox="1"/>
          <p:nvPr/>
        </p:nvSpPr>
        <p:spPr>
          <a:xfrm>
            <a:off x="1440180" y="5205730"/>
            <a:ext cx="2223135" cy="368300"/>
          </a:xfrm>
          <a:prstGeom prst="rect">
            <a:avLst/>
          </a:prstGeom>
          <a:noFill/>
        </p:spPr>
        <p:txBody>
          <a:bodyPr wrap="square" rtlCol="0">
            <a:spAutoFit/>
          </a:bodyPr>
          <a:p>
            <a:r>
              <a:rPr lang="zh-CN" altLang="en-US"/>
              <a:t>返回</a:t>
            </a:r>
            <a:r>
              <a:rPr lang="zh-CN" altLang="en-US"/>
              <a:t>星座图</a:t>
            </a:r>
            <a:endParaRPr lang="zh-CN" altLang="en-US"/>
          </a:p>
        </p:txBody>
      </p:sp>
      <p:sp>
        <p:nvSpPr>
          <p:cNvPr id="6" name="文本框 5"/>
          <p:cNvSpPr txBox="1"/>
          <p:nvPr/>
        </p:nvSpPr>
        <p:spPr>
          <a:xfrm>
            <a:off x="4036695" y="1929130"/>
            <a:ext cx="6764655" cy="368300"/>
          </a:xfrm>
          <a:prstGeom prst="rect">
            <a:avLst/>
          </a:prstGeom>
          <a:noFill/>
        </p:spPr>
        <p:txBody>
          <a:bodyPr wrap="square" rtlCol="0">
            <a:spAutoFit/>
          </a:bodyPr>
          <a:p>
            <a:r>
              <a:rPr lang="zh-CN" altLang="en-US"/>
              <a:t>先承认点团偏了，让中心跟着实际点团挪，再判决</a:t>
            </a:r>
            <a:endParaRPr lang="zh-CN" altLang="en-US"/>
          </a:p>
        </p:txBody>
      </p:sp>
      <p:sp>
        <p:nvSpPr>
          <p:cNvPr id="7" name="文本框 6"/>
          <p:cNvSpPr txBox="1"/>
          <p:nvPr/>
        </p:nvSpPr>
        <p:spPr>
          <a:xfrm>
            <a:off x="4080510" y="2638425"/>
            <a:ext cx="3356610" cy="368300"/>
          </a:xfrm>
          <a:prstGeom prst="rect">
            <a:avLst/>
          </a:prstGeom>
          <a:noFill/>
        </p:spPr>
        <p:txBody>
          <a:bodyPr wrap="square" rtlCol="0">
            <a:spAutoFit/>
          </a:bodyPr>
          <a:p>
            <a:r>
              <a:rPr lang="zh-CN" altLang="en-US"/>
              <a:t>从理想点出发，再按点团更新</a:t>
            </a:r>
            <a:endParaRPr lang="zh-CN" altLang="en-US"/>
          </a:p>
        </p:txBody>
      </p:sp>
      <p:sp>
        <p:nvSpPr>
          <p:cNvPr id="8" name="文本框 7"/>
          <p:cNvSpPr txBox="1"/>
          <p:nvPr/>
        </p:nvSpPr>
        <p:spPr>
          <a:xfrm>
            <a:off x="4036695" y="3347720"/>
            <a:ext cx="4227195" cy="368300"/>
          </a:xfrm>
          <a:prstGeom prst="rect">
            <a:avLst/>
          </a:prstGeom>
          <a:noFill/>
        </p:spPr>
        <p:txBody>
          <a:bodyPr wrap="square" rtlCol="0">
            <a:spAutoFit/>
          </a:bodyPr>
          <a:p>
            <a:r>
              <a:rPr lang="zh-CN" altLang="en-US"/>
              <a:t>离谁近判谁，但点会</a:t>
            </a:r>
            <a:r>
              <a:rPr lang="zh-CN" altLang="en-US"/>
              <a:t>移动</a:t>
            </a:r>
            <a:endParaRPr lang="zh-CN" altLang="en-US"/>
          </a:p>
        </p:txBody>
      </p:sp>
      <p:sp>
        <p:nvSpPr>
          <p:cNvPr id="9" name="文本框 8"/>
          <p:cNvSpPr txBox="1"/>
          <p:nvPr/>
        </p:nvSpPr>
        <p:spPr>
          <a:xfrm>
            <a:off x="4036695" y="3999230"/>
            <a:ext cx="6939915" cy="368300"/>
          </a:xfrm>
          <a:prstGeom prst="rect">
            <a:avLst/>
          </a:prstGeom>
          <a:noFill/>
        </p:spPr>
        <p:txBody>
          <a:bodyPr wrap="square" rtlCol="0">
            <a:spAutoFit/>
          </a:bodyPr>
          <a:p>
            <a:r>
              <a:rPr lang="zh-CN" altLang="en-US"/>
              <a:t>中心跟着偏，边界点更容易判对</a:t>
            </a:r>
            <a:endParaRPr lang="zh-CN" altLang="en-US"/>
          </a:p>
        </p:txBody>
      </p:sp>
      <p:sp>
        <p:nvSpPr>
          <p:cNvPr id="10" name="文本框 9"/>
          <p:cNvSpPr txBox="1"/>
          <p:nvPr/>
        </p:nvSpPr>
        <p:spPr>
          <a:xfrm>
            <a:off x="4080510" y="5286375"/>
            <a:ext cx="5171440" cy="368300"/>
          </a:xfrm>
          <a:prstGeom prst="rect">
            <a:avLst/>
          </a:prstGeom>
          <a:noFill/>
        </p:spPr>
        <p:txBody>
          <a:bodyPr wrap="square" rtlCol="0">
            <a:spAutoFit/>
          </a:bodyPr>
          <a:p>
            <a:r>
              <a:rPr lang="zh-CN" altLang="en-US"/>
              <a:t>简单说</a:t>
            </a:r>
            <a:r>
              <a:rPr lang="zh-CN" altLang="en-US"/>
              <a:t>就是，归类，然后更新中心，再</a:t>
            </a:r>
            <a:r>
              <a:rPr lang="zh-CN" altLang="en-US"/>
              <a:t>归类</a:t>
            </a:r>
            <a:endParaRPr lang="zh-CN" altLang="en-US"/>
          </a:p>
        </p:txBody>
      </p:sp>
      <mc:AlternateContent xmlns:mc="http://schemas.openxmlformats.org/markup-compatibility/2006" xmlns:p14="http://schemas.microsoft.com/office/powerpoint/2010/main">
        <mc:Choice Requires="p14">
          <p:contentPart r:id="rId1" p14:bwMode="auto">
            <p14:nvContentPartPr>
              <p14:cNvPr id="11" name="墨迹 10"/>
              <p14:cNvContentPartPr/>
              <p14:nvPr/>
            </p14:nvContentPartPr>
            <p14:xfrm>
              <a:off x="2181225" y="1156970"/>
              <a:ext cx="133350" cy="3919855"/>
            </p14:xfrm>
          </p:contentPart>
        </mc:Choice>
        <mc:Fallback xmlns="">
          <p:pic>
            <p:nvPicPr>
              <p:cNvPr id="11" name="墨迹 10"/>
            </p:nvPicPr>
            <p:blipFill>
              <a:blip r:embed="rId2"/>
            </p:blipFill>
            <p:spPr>
              <a:xfrm>
                <a:off x="2181225" y="1156970"/>
                <a:ext cx="133350" cy="391985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2" name="墨迹 11"/>
              <p14:cNvContentPartPr/>
              <p14:nvPr/>
            </p14:nvContentPartPr>
            <p14:xfrm>
              <a:off x="2147570" y="4547870"/>
              <a:ext cx="428625" cy="500380"/>
            </p14:xfrm>
          </p:contentPart>
        </mc:Choice>
        <mc:Fallback xmlns="">
          <p:pic>
            <p:nvPicPr>
              <p:cNvPr id="12" name="墨迹 11"/>
            </p:nvPicPr>
            <p:blipFill>
              <a:blip r:embed="rId4"/>
            </p:blipFill>
            <p:spPr>
              <a:xfrm>
                <a:off x="2147570" y="4547870"/>
                <a:ext cx="428625" cy="500380"/>
              </a:xfrm>
              <a:prstGeom prst="rect"/>
            </p:spPr>
          </p:pic>
        </mc:Fallback>
      </mc:AlternateContent>
      <p:sp>
        <p:nvSpPr>
          <p:cNvPr id="13" name="文本框 12"/>
          <p:cNvSpPr txBox="1"/>
          <p:nvPr/>
        </p:nvSpPr>
        <p:spPr>
          <a:xfrm>
            <a:off x="9806940" y="3244850"/>
            <a:ext cx="1492250" cy="368300"/>
          </a:xfrm>
          <a:prstGeom prst="rect">
            <a:avLst/>
          </a:prstGeom>
          <a:noFill/>
        </p:spPr>
        <p:txBody>
          <a:bodyPr wrap="square" rtlCol="0">
            <a:spAutoFit/>
          </a:bodyPr>
          <a:p>
            <a:r>
              <a:rPr lang="en-US" altLang="zh-CN"/>
              <a:t>k-</a:t>
            </a:r>
            <a:r>
              <a:rPr lang="en-US" altLang="zh-CN"/>
              <a:t>means</a:t>
            </a:r>
            <a:endParaRPr lang="en-US" altLang="zh-CN"/>
          </a:p>
        </p:txBody>
      </p:sp>
      <mc:AlternateContent xmlns:mc="http://schemas.openxmlformats.org/markup-compatibility/2006" xmlns:p14="http://schemas.microsoft.com/office/powerpoint/2010/main">
        <mc:Choice Requires="p14">
          <p:contentPart r:id="rId5" p14:bwMode="auto">
            <p14:nvContentPartPr>
              <p14:cNvPr id="14" name="墨迹 13"/>
              <p14:cNvContentPartPr/>
              <p14:nvPr/>
            </p14:nvContentPartPr>
            <p14:xfrm>
              <a:off x="8696325" y="1990725"/>
              <a:ext cx="819150" cy="2457450"/>
            </p14:xfrm>
          </p:contentPart>
        </mc:Choice>
        <mc:Fallback xmlns="">
          <p:pic>
            <p:nvPicPr>
              <p:cNvPr id="14" name="墨迹 13"/>
            </p:nvPicPr>
            <p:blipFill>
              <a:blip r:embed="rId6"/>
            </p:blipFill>
            <p:spPr>
              <a:xfrm>
                <a:off x="8696325" y="1990725"/>
                <a:ext cx="819150" cy="2457450"/>
              </a:xfrm>
              <a:prstGeom prst="rect"/>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22350" y="1998345"/>
            <a:ext cx="6096000" cy="1476375"/>
          </a:xfrm>
          <a:prstGeom prst="rect">
            <a:avLst/>
          </a:prstGeom>
          <a:noFill/>
        </p:spPr>
        <p:txBody>
          <a:bodyPr wrap="square" rtlCol="0" anchor="t">
            <a:spAutoFit/>
          </a:bodyPr>
          <a:p>
            <a:r>
              <a:rPr lang="zh-CN" altLang="en-US"/>
              <a:t>比特变成光发出去 </a:t>
            </a:r>
            <a:endParaRPr lang="zh-CN" altLang="en-US"/>
          </a:p>
          <a:p>
            <a:r>
              <a:rPr lang="zh-CN" altLang="en-US"/>
              <a:t>通过水下信道，</a:t>
            </a:r>
            <a:r>
              <a:rPr lang="zh-CN" altLang="en-US"/>
              <a:t>衰减 </a:t>
            </a:r>
            <a:endParaRPr lang="zh-CN" altLang="en-US"/>
          </a:p>
          <a:p>
            <a:r>
              <a:rPr lang="zh-CN" altLang="en-US"/>
              <a:t>接收端 </a:t>
            </a:r>
            <a:r>
              <a:rPr lang="en-US" altLang="zh-CN"/>
              <a:t>FFT </a:t>
            </a:r>
            <a:r>
              <a:rPr lang="zh-CN" altLang="en-US"/>
              <a:t>得到 </a:t>
            </a:r>
            <a:r>
              <a:rPr lang="en-US" altLang="zh-CN"/>
              <a:t>Y </a:t>
            </a:r>
            <a:endParaRPr lang="en-US" altLang="zh-CN"/>
          </a:p>
          <a:p>
            <a:r>
              <a:rPr lang="en-US" altLang="zh-CN"/>
              <a:t>DNN </a:t>
            </a:r>
            <a:r>
              <a:rPr lang="zh-CN" altLang="en-US"/>
              <a:t>直接把 </a:t>
            </a:r>
            <a:r>
              <a:rPr lang="en-US" altLang="zh-CN"/>
              <a:t>Y </a:t>
            </a:r>
            <a:r>
              <a:rPr lang="zh-CN" altLang="en-US"/>
              <a:t>还原成 </a:t>
            </a:r>
            <a:r>
              <a:rPr lang="en-US" altLang="zh-CN"/>
              <a:t>X^</a:t>
            </a:r>
            <a:endParaRPr lang="en-US" altLang="zh-CN"/>
          </a:p>
          <a:p>
            <a:r>
              <a:rPr lang="zh-CN" altLang="en-US"/>
              <a:t>变回比特</a:t>
            </a:r>
            <a:endParaRPr lang="zh-CN" altLang="en-US"/>
          </a:p>
        </p:txBody>
      </p:sp>
      <p:sp>
        <p:nvSpPr>
          <p:cNvPr id="5" name="文本框 4"/>
          <p:cNvSpPr txBox="1"/>
          <p:nvPr/>
        </p:nvSpPr>
        <p:spPr>
          <a:xfrm>
            <a:off x="5404485" y="1153795"/>
            <a:ext cx="4380230" cy="368300"/>
          </a:xfrm>
          <a:prstGeom prst="rect">
            <a:avLst/>
          </a:prstGeom>
          <a:noFill/>
        </p:spPr>
        <p:txBody>
          <a:bodyPr wrap="square" rtlCol="0">
            <a:spAutoFit/>
          </a:bodyPr>
          <a:p>
            <a:r>
              <a:rPr lang="en-US" altLang="zh-CN"/>
              <a:t>DNN</a:t>
            </a:r>
            <a:r>
              <a:rPr lang="zh-CN" altLang="en-US"/>
              <a:t>，端对端（直接输出最终</a:t>
            </a:r>
            <a:r>
              <a:rPr lang="zh-CN" altLang="en-US"/>
              <a:t>比特）</a:t>
            </a:r>
            <a:endParaRPr lang="zh-CN" altLang="en-US"/>
          </a:p>
        </p:txBody>
      </p:sp>
      <p:sp>
        <p:nvSpPr>
          <p:cNvPr id="6" name="文本框 5"/>
          <p:cNvSpPr txBox="1"/>
          <p:nvPr/>
        </p:nvSpPr>
        <p:spPr>
          <a:xfrm>
            <a:off x="5242560" y="1721485"/>
            <a:ext cx="6096000" cy="645160"/>
          </a:xfrm>
          <a:prstGeom prst="rect">
            <a:avLst/>
          </a:prstGeom>
          <a:noFill/>
        </p:spPr>
        <p:txBody>
          <a:bodyPr wrap="square" rtlCol="0" anchor="t">
            <a:spAutoFit/>
          </a:bodyPr>
          <a:p>
            <a:r>
              <a:rPr lang="zh-CN" altLang="en-US"/>
              <a:t>一个 5 层全连接 </a:t>
            </a:r>
            <a:r>
              <a:rPr lang="en-US" altLang="zh-CN"/>
              <a:t>DNN（</a:t>
            </a:r>
            <a:r>
              <a:rPr lang="zh-CN" altLang="en-US"/>
              <a:t>多层感知机），从左到右神经元数：</a:t>
            </a:r>
            <a:endParaRPr lang="zh-CN" altLang="en-US"/>
          </a:p>
          <a:p>
            <a:pPr marL="1371600" lvl="3" indent="457200"/>
            <a:r>
              <a:rPr lang="en-US" altLang="zh-CN"/>
              <a:t>256→500→250→120→16</a:t>
            </a:r>
            <a:endParaRPr lang="zh-CN" altLang="en-US"/>
          </a:p>
        </p:txBody>
      </p:sp>
      <p:sp>
        <p:nvSpPr>
          <p:cNvPr id="7" name="文本框 6"/>
          <p:cNvSpPr txBox="1"/>
          <p:nvPr/>
        </p:nvSpPr>
        <p:spPr>
          <a:xfrm>
            <a:off x="5280025" y="2660650"/>
            <a:ext cx="2581275" cy="645160"/>
          </a:xfrm>
          <a:prstGeom prst="rect">
            <a:avLst/>
          </a:prstGeom>
          <a:noFill/>
        </p:spPr>
        <p:txBody>
          <a:bodyPr wrap="square" rtlCol="0">
            <a:spAutoFit/>
          </a:bodyPr>
          <a:p>
            <a:r>
              <a:rPr lang="zh-CN" altLang="en-US"/>
              <a:t>隐藏层：用</a:t>
            </a:r>
            <a:r>
              <a:rPr lang="en-US" altLang="zh-CN"/>
              <a:t>ReLU</a:t>
            </a:r>
            <a:r>
              <a:rPr lang="zh-CN" altLang="en-US"/>
              <a:t>激活</a:t>
            </a:r>
            <a:endParaRPr lang="zh-CN" altLang="en-US"/>
          </a:p>
          <a:p>
            <a:pPr indent="457200"/>
            <a:r>
              <a:rPr lang="en-US" altLang="zh-CN"/>
              <a:t>R</a:t>
            </a:r>
            <a:r>
              <a:rPr lang="en-US" altLang="zh-CN"/>
              <a:t>eLU(a)=max(0,a)</a:t>
            </a:r>
            <a:endParaRPr lang="en-US" altLang="zh-CN"/>
          </a:p>
        </p:txBody>
      </p:sp>
      <mc:AlternateContent xmlns:mc="http://schemas.openxmlformats.org/markup-compatibility/2006">
        <mc:Choice xmlns:a14="http://schemas.microsoft.com/office/drawing/2010/main" Requires="a14">
          <p:sp>
            <p:nvSpPr>
              <p:cNvPr id="8" name="文本框 7"/>
              <p:cNvSpPr txBox="1"/>
              <p:nvPr/>
            </p:nvSpPr>
            <p:spPr>
              <a:xfrm>
                <a:off x="5257800" y="3669665"/>
                <a:ext cx="4211955" cy="1165225"/>
              </a:xfrm>
              <a:prstGeom prst="rect">
                <a:avLst/>
              </a:prstGeom>
              <a:noFill/>
            </p:spPr>
            <p:txBody>
              <a:bodyPr wrap="square" rtlCol="0">
                <a:spAutoFit/>
              </a:bodyPr>
              <a:p>
                <a:r>
                  <a:rPr lang="zh-CN" altLang="en-US"/>
                  <a:t>输出层：用</a:t>
                </a:r>
                <a:r>
                  <a:rPr lang="en-US" altLang="zh-CN"/>
                  <a:t>Sig</a:t>
                </a:r>
                <a:r>
                  <a:rPr lang="en-US" altLang="zh-CN"/>
                  <a:t>moid</a:t>
                </a:r>
                <a:endParaRPr lang="en-US" altLang="zh-CN"/>
              </a:p>
              <a:p>
                <a14:m>
                  <m:oMathPara xmlns:m="http://schemas.openxmlformats.org/officeDocument/2006/math">
                    <m:oMathParaPr>
                      <m:jc m:val="centerGroup"/>
                    </m:oMathParaPr>
                    <m:oMath xmlns:m="http://schemas.openxmlformats.org/officeDocument/2006/math">
                      <m:r>
                        <a:rPr lang="en-US" altLang="zh-CN">
                          <a:latin typeface="Cambria Math" panose="02040503050406030204" charset="0"/>
                          <a:cs typeface="Cambria Math" panose="02040503050406030204" charset="0"/>
                        </a:rPr>
                        <m:t>𝜎</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a</m:t>
                      </m:r>
                      <m:r>
                        <a:rPr lang="en-US" altLang="zh-CN">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𝑎</m:t>
                              </m:r>
                            </m:sup>
                          </m:sSup>
                        </m:den>
                      </m:f>
                      <m:r>
                        <a:rPr lang="en-US" altLang="zh-CN">
                          <a:latin typeface="Cambria Math" panose="02040503050406030204" charset="0"/>
                          <a:cs typeface="Cambria Math" panose="02040503050406030204" charset="0"/>
                        </a:rPr>
                        <m:t> </m:t>
                      </m:r>
                    </m:oMath>
                  </m:oMathPara>
                </a14:m>
                <a:endParaRPr lang="en-US" altLang="zh-CN"/>
              </a:p>
              <a:p>
                <a:pPr indent="457200"/>
                <a:r>
                  <a:rPr lang="zh-CN" altLang="en-US"/>
                  <a:t>作用：把输出限制在（</a:t>
                </a:r>
                <a:r>
                  <a:rPr lang="en-US" altLang="zh-CN"/>
                  <a:t>0</a:t>
                </a:r>
                <a:r>
                  <a:rPr lang="zh-CN" altLang="en-US"/>
                  <a:t>，</a:t>
                </a:r>
                <a:r>
                  <a:rPr lang="en-US" altLang="zh-CN"/>
                  <a:t>1</a:t>
                </a:r>
                <a:r>
                  <a:rPr lang="zh-CN" altLang="en-US"/>
                  <a:t>）之间</a:t>
                </a:r>
                <a:r>
                  <a:rPr lang="en-US" altLang="zh-CN"/>
                  <a:t>​</a:t>
                </a:r>
                <a:endParaRPr lang="en-US" altLang="zh-CN"/>
              </a:p>
            </p:txBody>
          </p:sp>
        </mc:Choice>
        <mc:Fallback>
          <p:sp>
            <p:nvSpPr>
              <p:cNvPr id="8" name="文本框 7"/>
              <p:cNvSpPr txBox="1">
                <a:spLocks noRot="1" noChangeAspect="1" noMove="1" noResize="1" noEditPoints="1" noAdjustHandles="1" noChangeArrowheads="1" noChangeShapeType="1" noTextEdit="1"/>
              </p:cNvSpPr>
              <p:nvPr/>
            </p:nvSpPr>
            <p:spPr>
              <a:xfrm>
                <a:off x="5257800" y="3669665"/>
                <a:ext cx="4211955" cy="1165225"/>
              </a:xfrm>
              <a:prstGeom prst="rect">
                <a:avLst/>
              </a:prstGeom>
              <a:blipFill rotWithShape="1">
                <a:blip r:embed="rId1"/>
                <a:stretch>
                  <a:fillRect/>
                </a:stretch>
              </a:blipFill>
            </p:spPr>
            <p:txBody>
              <a:bodyPr/>
              <a:lstStyle/>
              <a:p>
                <a:r>
                  <a:rPr lang="zh-CN" altLang="en-US">
                    <a:noFill/>
                  </a:rPr>
                  <a:t> </a:t>
                </a:r>
              </a:p>
            </p:txBody>
          </p:sp>
        </mc:Fallback>
      </mc:AlternateContent>
      <p:sp>
        <p:nvSpPr>
          <p:cNvPr id="9" name="文本框 8"/>
          <p:cNvSpPr txBox="1"/>
          <p:nvPr/>
        </p:nvSpPr>
        <p:spPr>
          <a:xfrm>
            <a:off x="5360035" y="5198745"/>
            <a:ext cx="3601085" cy="368300"/>
          </a:xfrm>
          <a:prstGeom prst="rect">
            <a:avLst/>
          </a:prstGeom>
          <a:noFill/>
        </p:spPr>
        <p:txBody>
          <a:bodyPr wrap="square" rtlCol="0">
            <a:spAutoFit/>
          </a:bodyPr>
          <a:p>
            <a:r>
              <a:rPr lang="zh-CN" altLang="en-US"/>
              <a:t>反向更新：通过更改加权和</a:t>
            </a:r>
            <a:r>
              <a:rPr lang="zh-CN" altLang="en-US"/>
              <a:t>偏置</a:t>
            </a:r>
            <a:endParaRPr lang="zh-CN" altLang="en-US"/>
          </a:p>
        </p:txBody>
      </p:sp>
      <p:sp>
        <p:nvSpPr>
          <p:cNvPr id="2" name="文本框 1"/>
          <p:cNvSpPr txBox="1"/>
          <p:nvPr/>
        </p:nvSpPr>
        <p:spPr>
          <a:xfrm>
            <a:off x="310515" y="317500"/>
            <a:ext cx="4258945" cy="368300"/>
          </a:xfrm>
          <a:prstGeom prst="rect">
            <a:avLst/>
          </a:prstGeom>
          <a:noFill/>
        </p:spPr>
        <p:txBody>
          <a:bodyPr wrap="square" rtlCol="0">
            <a:spAutoFit/>
          </a:bodyPr>
          <a:p>
            <a:r>
              <a:rPr lang="zh-CN" altLang="en-US"/>
              <a:t>隐式的</a:t>
            </a:r>
            <a:r>
              <a:rPr lang="en-US" altLang="zh-CN"/>
              <a:t>DNN</a:t>
            </a:r>
            <a:r>
              <a:rPr lang="zh-CN" altLang="en-US"/>
              <a:t>学习网络，</a:t>
            </a:r>
            <a:r>
              <a:rPr lang="zh-CN" altLang="en-US"/>
              <a:t>端对端</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基于深度学习的单载波频域均衡算法研究</a:t>
            </a:r>
            <a:br>
              <a:rPr lang="zh-CN" altLang="zh-CN" b="1" dirty="0"/>
            </a:b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984744" y="0"/>
            <a:ext cx="9144000" cy="993591"/>
          </a:xfrm>
        </p:spPr>
        <p:txBody>
          <a:bodyPr/>
          <a:lstStyle/>
          <a:p>
            <a:r>
              <a:rPr lang="zh-CN" altLang="zh-CN" dirty="0">
                <a:effectLst/>
              </a:rPr>
              <a:t>单载波频域均衡</a:t>
            </a:r>
            <a:endParaRPr lang="zh-CN" altLang="en-US" dirty="0"/>
          </a:p>
        </p:txBody>
      </p:sp>
      <p:pic>
        <p:nvPicPr>
          <p:cNvPr id="5" name="图片 4"/>
          <p:cNvPicPr>
            <a:picLocks noChangeAspect="1"/>
          </p:cNvPicPr>
          <p:nvPr/>
        </p:nvPicPr>
        <p:blipFill>
          <a:blip r:embed="rId1"/>
          <a:stretch>
            <a:fillRect/>
          </a:stretch>
        </p:blipFill>
        <p:spPr>
          <a:xfrm>
            <a:off x="0" y="1070344"/>
            <a:ext cx="6376293" cy="3637270"/>
          </a:xfrm>
          <a:prstGeom prst="rect">
            <a:avLst/>
          </a:prstGeom>
        </p:spPr>
      </p:pic>
      <p:sp>
        <p:nvSpPr>
          <p:cNvPr id="7" name="文本框 6"/>
          <p:cNvSpPr txBox="1"/>
          <p:nvPr/>
        </p:nvSpPr>
        <p:spPr>
          <a:xfrm>
            <a:off x="5564372" y="624259"/>
            <a:ext cx="7088372" cy="369332"/>
          </a:xfrm>
          <a:prstGeom prst="rect">
            <a:avLst/>
          </a:prstGeom>
          <a:noFill/>
        </p:spPr>
        <p:txBody>
          <a:bodyPr wrap="square">
            <a:spAutoFit/>
          </a:bodyPr>
          <a:lstStyle/>
          <a:p>
            <a:pPr>
              <a:buNone/>
            </a:pPr>
            <a:r>
              <a:rPr lang="zh-CN" altLang="zh-CN" dirty="0"/>
              <a:t>信道估计、噪声功率估计和信道均衡</a:t>
            </a:r>
            <a:endParaRPr lang="zh-CN" altLang="zh-CN" dirty="0"/>
          </a:p>
        </p:txBody>
      </p:sp>
      <p:sp>
        <p:nvSpPr>
          <p:cNvPr id="9" name="文本框 8"/>
          <p:cNvSpPr txBox="1"/>
          <p:nvPr/>
        </p:nvSpPr>
        <p:spPr>
          <a:xfrm>
            <a:off x="214423" y="5063998"/>
            <a:ext cx="7318744" cy="646331"/>
          </a:xfrm>
          <a:prstGeom prst="rect">
            <a:avLst/>
          </a:prstGeom>
          <a:noFill/>
        </p:spPr>
        <p:txBody>
          <a:bodyPr wrap="square">
            <a:spAutoFit/>
          </a:bodyPr>
          <a:lstStyle/>
          <a:p>
            <a:pPr>
              <a:buNone/>
            </a:pPr>
            <a:r>
              <a:rPr lang="zh-CN" altLang="zh-CN" dirty="0"/>
              <a:t>基于深度学习的端到端接收机虽然性能优异，但存在训练数据维度爆炸</a:t>
            </a:r>
            <a:r>
              <a:rPr lang="zh-CN" altLang="en-US" dirty="0"/>
              <a:t>的问题</a:t>
            </a:r>
            <a:endParaRPr lang="zh-CN" altLang="zh-CN" dirty="0"/>
          </a:p>
        </p:txBody>
      </p:sp>
      <mc:AlternateContent xmlns:mc="http://schemas.openxmlformats.org/markup-compatibility/2006" xmlns:p14="http://schemas.microsoft.com/office/powerpoint/2010/main">
        <mc:Choice Requires="p14">
          <p:contentPart r:id="rId2" p14:bwMode="auto">
            <p14:nvContentPartPr>
              <p14:cNvPr id="10" name="墨迹 9"/>
              <p14:cNvContentPartPr/>
              <p14:nvPr/>
            </p14:nvContentPartPr>
            <p14:xfrm>
              <a:off x="1659126" y="1760481"/>
              <a:ext cx="451440" cy="26280"/>
            </p14:xfrm>
          </p:contentPart>
        </mc:Choice>
        <mc:Fallback xmlns="">
          <p:pic>
            <p:nvPicPr>
              <p:cNvPr id="10" name="墨迹 9"/>
            </p:nvPicPr>
            <p:blipFill>
              <a:blip r:embed="rId3"/>
            </p:blipFill>
            <p:spPr>
              <a:xfrm>
                <a:off x="1659126" y="1760481"/>
                <a:ext cx="451440" cy="262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1" name="墨迹 10"/>
              <p14:cNvContentPartPr/>
              <p14:nvPr/>
            </p14:nvContentPartPr>
            <p14:xfrm>
              <a:off x="1605486" y="1682721"/>
              <a:ext cx="631080" cy="201960"/>
            </p14:xfrm>
          </p:contentPart>
        </mc:Choice>
        <mc:Fallback xmlns="">
          <p:pic>
            <p:nvPicPr>
              <p:cNvPr id="11" name="墨迹 10"/>
            </p:nvPicPr>
            <p:blipFill>
              <a:blip r:embed="rId5"/>
            </p:blipFill>
            <p:spPr>
              <a:xfrm>
                <a:off x="1605486" y="1682721"/>
                <a:ext cx="631080" cy="201960"/>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706" y="211731"/>
            <a:ext cx="6096000" cy="923330"/>
          </a:xfrm>
          <a:prstGeom prst="rect">
            <a:avLst/>
          </a:prstGeom>
          <a:noFill/>
        </p:spPr>
        <p:txBody>
          <a:bodyPr wrap="square">
            <a:spAutoFit/>
          </a:bodyPr>
          <a:lstStyle/>
          <a:p>
            <a:r>
              <a:rPr lang="zh-CN" altLang="zh-CN" dirty="0">
                <a:effectLst/>
              </a:rPr>
              <a:t>Surface method: 用三个一维卷积神经网络（Conv1D）分别替代 SC-FDE 中的信道估计、噪声功率估计和信道均衡模块，以 L2 损失端到端训练。</a:t>
            </a:r>
            <a:endParaRPr lang="zh-CN" altLang="en-US" dirty="0"/>
          </a:p>
        </p:txBody>
      </p:sp>
      <p:sp>
        <p:nvSpPr>
          <p:cNvPr id="11" name="文本框 10"/>
          <p:cNvSpPr txBox="1"/>
          <p:nvPr/>
        </p:nvSpPr>
        <p:spPr>
          <a:xfrm>
            <a:off x="71506" y="1903839"/>
            <a:ext cx="6094990" cy="1477328"/>
          </a:xfrm>
          <a:prstGeom prst="rect">
            <a:avLst/>
          </a:prstGeom>
          <a:noFill/>
        </p:spPr>
        <p:txBody>
          <a:bodyPr wrap="square">
            <a:spAutoFit/>
          </a:bodyPr>
          <a:lstStyle/>
          <a:p>
            <a:r>
              <a:rPr lang="zh-CN" altLang="en-US" dirty="0">
                <a:effectLst/>
              </a:rPr>
              <a:t>一个窗口对数据进行扫描，</a:t>
            </a:r>
            <a:r>
              <a:rPr lang="zh-CN" altLang="zh-CN" dirty="0">
                <a:effectLst/>
              </a:rPr>
              <a:t>这个窗口再扫描的过程中，通过最后给出的打分来更换权重，权重有影响后续的估算信道，估算噪声，均衡的过程，再影响最后的打分，在</a:t>
            </a:r>
            <a:r>
              <a:rPr lang="zh-CN" altLang="en-US" dirty="0"/>
              <a:t>影响</a:t>
            </a:r>
            <a:r>
              <a:rPr lang="zh-CN" altLang="zh-CN" dirty="0">
                <a:effectLst/>
              </a:rPr>
              <a:t>权重，形成一个循环，</a:t>
            </a:r>
            <a:r>
              <a:rPr lang="zh-CN" altLang="en-US" dirty="0"/>
              <a:t>最后定下一个权重在正式测试时使用</a:t>
            </a:r>
            <a:endParaRPr lang="zh-CN" altLang="en-US" dirty="0"/>
          </a:p>
        </p:txBody>
      </p:sp>
      <p:grpSp>
        <p:nvGrpSpPr>
          <p:cNvPr id="15" name="组合 14"/>
          <p:cNvGrpSpPr/>
          <p:nvPr/>
        </p:nvGrpSpPr>
        <p:grpSpPr>
          <a:xfrm>
            <a:off x="331047" y="503082"/>
            <a:ext cx="6610680" cy="1836317"/>
            <a:chOff x="331047" y="503082"/>
            <a:chExt cx="6610680" cy="1836317"/>
          </a:xfrm>
        </p:grpSpPr>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2523201" y="503082"/>
                <a:ext cx="1822680" cy="79560"/>
              </p14:xfrm>
            </p:contentPart>
          </mc:Choice>
          <mc:Fallback xmlns="">
            <p:pic>
              <p:nvPicPr>
                <p:cNvPr id="6" name="墨迹 5"/>
              </p:nvPicPr>
              <p:blipFill>
                <a:blip r:embed="rId2"/>
              </p:blipFill>
              <p:spPr>
                <a:xfrm>
                  <a:off x="2523201" y="503082"/>
                  <a:ext cx="1822680" cy="79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1879881" y="531522"/>
                <a:ext cx="1239120" cy="1231200"/>
              </p14:xfrm>
            </p:contentPart>
          </mc:Choice>
          <mc:Fallback xmlns="">
            <p:pic>
              <p:nvPicPr>
                <p:cNvPr id="7" name="墨迹 6"/>
              </p:nvPicPr>
              <p:blipFill>
                <a:blip r:embed="rId4"/>
              </p:blipFill>
              <p:spPr>
                <a:xfrm>
                  <a:off x="1879881" y="531522"/>
                  <a:ext cx="1239120" cy="1231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1870521" y="1651482"/>
                <a:ext cx="360720" cy="152280"/>
              </p14:xfrm>
            </p:contentPart>
          </mc:Choice>
          <mc:Fallback xmlns="">
            <p:pic>
              <p:nvPicPr>
                <p:cNvPr id="8" name="墨迹 7"/>
              </p:nvPicPr>
              <p:blipFill>
                <a:blip r:embed="rId6"/>
              </p:blipFill>
              <p:spPr>
                <a:xfrm>
                  <a:off x="1870521" y="1651482"/>
                  <a:ext cx="360720" cy="152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2" name="墨迹 11"/>
                <p14:cNvContentPartPr/>
                <p14:nvPr/>
              </p14:nvContentPartPr>
              <p14:xfrm>
                <a:off x="331047" y="646319"/>
                <a:ext cx="1486800" cy="632520"/>
              </p14:xfrm>
            </p:contentPart>
          </mc:Choice>
          <mc:Fallback xmlns="">
            <p:pic>
              <p:nvPicPr>
                <p:cNvPr id="12" name="墨迹 11"/>
              </p:nvPicPr>
              <p:blipFill>
                <a:blip r:embed="rId8"/>
              </p:blipFill>
              <p:spPr>
                <a:xfrm>
                  <a:off x="331047" y="646319"/>
                  <a:ext cx="1486800" cy="6325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墨迹 12"/>
                <p14:cNvContentPartPr/>
                <p14:nvPr/>
              </p14:nvContentPartPr>
              <p14:xfrm>
                <a:off x="1768167" y="1210799"/>
                <a:ext cx="4861080" cy="884880"/>
              </p14:xfrm>
            </p:contentPart>
          </mc:Choice>
          <mc:Fallback xmlns="">
            <p:pic>
              <p:nvPicPr>
                <p:cNvPr id="13" name="墨迹 12"/>
              </p:nvPicPr>
              <p:blipFill>
                <a:blip r:embed="rId10"/>
              </p:blipFill>
              <p:spPr>
                <a:xfrm>
                  <a:off x="1768167" y="1210799"/>
                  <a:ext cx="4861080" cy="8848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墨迹 13"/>
                <p14:cNvContentPartPr/>
                <p14:nvPr/>
              </p14:nvContentPartPr>
              <p14:xfrm>
                <a:off x="6455007" y="1889039"/>
                <a:ext cx="486720" cy="450360"/>
              </p14:xfrm>
            </p:contentPart>
          </mc:Choice>
          <mc:Fallback xmlns="">
            <p:pic>
              <p:nvPicPr>
                <p:cNvPr id="14" name="墨迹 13"/>
              </p:nvPicPr>
              <p:blipFill>
                <a:blip r:embed="rId12"/>
              </p:blipFill>
              <p:spPr>
                <a:xfrm>
                  <a:off x="6455007" y="1889039"/>
                  <a:ext cx="486720" cy="450360"/>
                </a:xfrm>
                <a:prstGeom prst="rect"/>
              </p:spPr>
            </p:pic>
          </mc:Fallback>
        </mc:AlternateContent>
      </p:grpSp>
      <p:sp>
        <p:nvSpPr>
          <p:cNvPr id="17" name="文本框 16"/>
          <p:cNvSpPr txBox="1"/>
          <p:nvPr/>
        </p:nvSpPr>
        <p:spPr>
          <a:xfrm>
            <a:off x="6917758" y="1889039"/>
            <a:ext cx="6094990" cy="369332"/>
          </a:xfrm>
          <a:prstGeom prst="rect">
            <a:avLst/>
          </a:prstGeom>
          <a:noFill/>
        </p:spPr>
        <p:txBody>
          <a:bodyPr wrap="square">
            <a:spAutoFit/>
          </a:bodyPr>
          <a:lstStyle/>
          <a:p>
            <a:r>
              <a:rPr lang="zh-CN" altLang="zh-CN" dirty="0">
                <a:effectLst/>
              </a:rPr>
              <a:t>用正确答案和当前答案的区别为标准</a:t>
            </a:r>
            <a:endParaRPr lang="zh-CN" altLang="en-US" dirty="0"/>
          </a:p>
        </p:txBody>
      </p:sp>
      <p:sp>
        <p:nvSpPr>
          <p:cNvPr id="18" name="文本框 17"/>
          <p:cNvSpPr txBox="1"/>
          <p:nvPr/>
        </p:nvSpPr>
        <p:spPr>
          <a:xfrm>
            <a:off x="520784" y="3827158"/>
            <a:ext cx="4765780" cy="646331"/>
          </a:xfrm>
          <a:prstGeom prst="rect">
            <a:avLst/>
          </a:prstGeom>
          <a:noFill/>
        </p:spPr>
        <p:txBody>
          <a:bodyPr wrap="square" rtlCol="0">
            <a:spAutoFit/>
          </a:bodyPr>
          <a:lstStyle/>
          <a:p>
            <a:r>
              <a:rPr lang="zh-CN" altLang="en-US" dirty="0"/>
              <a:t>如何改权重也是机器自己得出</a:t>
            </a:r>
            <a:endParaRPr lang="en-US" altLang="zh-CN" dirty="0"/>
          </a:p>
          <a:p>
            <a:endParaRPr lang="zh-CN" altLang="en-US" dirty="0"/>
          </a:p>
        </p:txBody>
      </p:sp>
      <p:grpSp>
        <p:nvGrpSpPr>
          <p:cNvPr id="22" name="组合 21"/>
          <p:cNvGrpSpPr/>
          <p:nvPr/>
        </p:nvGrpSpPr>
        <p:grpSpPr>
          <a:xfrm>
            <a:off x="2222166" y="2494635"/>
            <a:ext cx="1069560" cy="1395000"/>
            <a:chOff x="2222166" y="2494635"/>
            <a:chExt cx="1069560" cy="1395000"/>
          </a:xfrm>
        </p:grpSpPr>
        <mc:AlternateContent xmlns:mc="http://schemas.openxmlformats.org/markup-compatibility/2006" xmlns:p14="http://schemas.microsoft.com/office/powerpoint/2010/main">
          <mc:Choice Requires="p14">
            <p:contentPart r:id="rId13" p14:bwMode="auto">
              <p14:nvContentPartPr>
                <p14:cNvPr id="19" name="墨迹 18"/>
                <p14:cNvContentPartPr/>
                <p14:nvPr/>
              </p14:nvContentPartPr>
              <p14:xfrm>
                <a:off x="2222166" y="2494635"/>
                <a:ext cx="1069560" cy="19800"/>
              </p14:xfrm>
            </p:contentPart>
          </mc:Choice>
          <mc:Fallback xmlns="">
            <p:pic>
              <p:nvPicPr>
                <p:cNvPr id="19" name="墨迹 18"/>
              </p:nvPicPr>
              <p:blipFill>
                <a:blip r:embed="rId14"/>
              </p:blipFill>
              <p:spPr>
                <a:xfrm>
                  <a:off x="2222166" y="2494635"/>
                  <a:ext cx="1069560" cy="198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0" name="墨迹 19"/>
                <p14:cNvContentPartPr/>
                <p14:nvPr/>
              </p14:nvContentPartPr>
              <p14:xfrm>
                <a:off x="2365806" y="2512995"/>
                <a:ext cx="462240" cy="1274760"/>
              </p14:xfrm>
            </p:contentPart>
          </mc:Choice>
          <mc:Fallback xmlns="">
            <p:pic>
              <p:nvPicPr>
                <p:cNvPr id="20" name="墨迹 19"/>
              </p:nvPicPr>
              <p:blipFill>
                <a:blip r:embed="rId16"/>
              </p:blipFill>
              <p:spPr>
                <a:xfrm>
                  <a:off x="2365806" y="2512995"/>
                  <a:ext cx="462240" cy="12747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1" name="墨迹 20"/>
                <p14:cNvContentPartPr/>
                <p14:nvPr/>
              </p14:nvContentPartPr>
              <p14:xfrm>
                <a:off x="2265726" y="3711795"/>
                <a:ext cx="326160" cy="177840"/>
              </p14:xfrm>
            </p:contentPart>
          </mc:Choice>
          <mc:Fallback xmlns="">
            <p:pic>
              <p:nvPicPr>
                <p:cNvPr id="21" name="墨迹 20"/>
              </p:nvPicPr>
              <p:blipFill>
                <a:blip r:embed="rId18"/>
              </p:blipFill>
              <p:spPr>
                <a:xfrm>
                  <a:off x="2265726" y="3711795"/>
                  <a:ext cx="326160" cy="177840"/>
                </a:xfrm>
                <a:prstGeom prst="rect"/>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079" y="135011"/>
            <a:ext cx="10515600" cy="1325563"/>
          </a:xfrm>
        </p:spPr>
        <p:txBody>
          <a:bodyPr>
            <a:normAutofit/>
          </a:bodyPr>
          <a:lstStyle/>
          <a:p>
            <a:r>
              <a:rPr lang="en-US" altLang="zh-CN" sz="2800" dirty="0"/>
              <a:t>2</a:t>
            </a:r>
            <a:r>
              <a:rPr lang="zh-CN" altLang="zh-CN" sz="2800" dirty="0">
                <a:effectLst/>
              </a:rPr>
              <a:t>同时通过“训练时让多径各路径功率等权、同步位置随机”的机制，迫使网络学习“与路径无关”的均衡策略，从而提升信道泛化能力</a:t>
            </a:r>
            <a:endParaRPr lang="zh-CN" altLang="en-US" sz="2800" dirty="0"/>
          </a:p>
        </p:txBody>
      </p:sp>
      <p:sp>
        <p:nvSpPr>
          <p:cNvPr id="3" name="内容占位符 2"/>
          <p:cNvSpPr>
            <a:spLocks noGrp="1"/>
          </p:cNvSpPr>
          <p:nvPr>
            <p:ph idx="1"/>
          </p:nvPr>
        </p:nvSpPr>
        <p:spPr/>
        <p:txBody>
          <a:bodyPr>
            <a:normAutofit lnSpcReduction="10000"/>
          </a:bodyPr>
          <a:lstStyle/>
          <a:p>
            <a:r>
              <a:rPr lang="zh-CN" altLang="en-US" dirty="0"/>
              <a:t>训练时，路径总有一条最强，回声总出现在固定的某些位置，神经网络学习后的结果难以泛用，并且使用的数据量大（记忆所有强路径）</a:t>
            </a:r>
            <a:endParaRPr lang="en-US" altLang="zh-CN" dirty="0"/>
          </a:p>
          <a:p>
            <a:endParaRPr lang="en-US" altLang="zh-CN" dirty="0"/>
          </a:p>
          <a:p>
            <a:r>
              <a:rPr lang="zh-CN" altLang="zh-CN" b="1" dirty="0"/>
              <a:t>每条路径的功率写成一样、时延写成随机</a:t>
            </a:r>
            <a:endParaRPr lang="en-US" altLang="zh-CN" b="1" dirty="0"/>
          </a:p>
          <a:p>
            <a:endParaRPr lang="en-US" altLang="zh-CN" b="1" dirty="0"/>
          </a:p>
          <a:p>
            <a:endParaRPr lang="en-US" altLang="zh-CN" b="1" dirty="0"/>
          </a:p>
          <a:p>
            <a:r>
              <a:rPr lang="zh-CN" altLang="en-US" dirty="0"/>
              <a:t>用</a:t>
            </a:r>
            <a:r>
              <a:rPr lang="en-US" altLang="zh-CN" dirty="0"/>
              <a:t>CNN</a:t>
            </a:r>
            <a:r>
              <a:rPr lang="zh-CN" altLang="en-US" dirty="0"/>
              <a:t>代替传统代码，机器自己摸索规则，</a:t>
            </a:r>
            <a:r>
              <a:rPr lang="zh-CN" altLang="zh-CN" dirty="0"/>
              <a:t>参数比老式网络少百千倍</a:t>
            </a:r>
            <a:r>
              <a:rPr lang="zh-CN" altLang="en-US" dirty="0"/>
              <a:t>，探测器共享，信号复用</a:t>
            </a:r>
            <a:endParaRPr lang="en-US" altLang="zh-CN" dirty="0"/>
          </a:p>
          <a:p>
            <a:r>
              <a:rPr lang="zh-CN" altLang="zh-CN" b="1" dirty="0"/>
              <a:t>模块的边界、顺序、分工是亮的</a:t>
            </a:r>
            <a:r>
              <a:rPr lang="zh-CN" altLang="en-US" b="1" dirty="0"/>
              <a:t>错误可以定位到一个模块</a:t>
            </a:r>
            <a:endParaRPr lang="zh-CN" altLang="en-US" dirty="0"/>
          </a:p>
        </p:txBody>
      </p:sp>
      <p:grpSp>
        <p:nvGrpSpPr>
          <p:cNvPr id="11" name="组合 10"/>
          <p:cNvGrpSpPr/>
          <p:nvPr/>
        </p:nvGrpSpPr>
        <p:grpSpPr>
          <a:xfrm>
            <a:off x="2554729" y="2045279"/>
            <a:ext cx="6134040" cy="1564560"/>
            <a:chOff x="2554729" y="2045279"/>
            <a:chExt cx="6134040" cy="156456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2652289" y="2264519"/>
                <a:ext cx="2670840" cy="61920"/>
              </p14:xfrm>
            </p:contentPart>
          </mc:Choice>
          <mc:Fallback xmlns="">
            <p:pic>
              <p:nvPicPr>
                <p:cNvPr id="4" name="墨迹 3"/>
              </p:nvPicPr>
              <p:blipFill>
                <a:blip r:embed="rId2"/>
              </p:blipFill>
              <p:spPr>
                <a:xfrm>
                  <a:off x="2652289" y="2264519"/>
                  <a:ext cx="2670840" cy="619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719969" y="2361359"/>
                <a:ext cx="1204200" cy="1024920"/>
              </p14:xfrm>
            </p:contentPart>
          </mc:Choice>
          <mc:Fallback xmlns="">
            <p:pic>
              <p:nvPicPr>
                <p:cNvPr id="5" name="墨迹 4"/>
              </p:nvPicPr>
              <p:blipFill>
                <a:blip r:embed="rId4"/>
              </p:blipFill>
              <p:spPr>
                <a:xfrm>
                  <a:off x="2719969" y="2361359"/>
                  <a:ext cx="1204200" cy="10249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2554729" y="3281879"/>
                <a:ext cx="725760" cy="237600"/>
              </p14:xfrm>
            </p:contentPart>
          </mc:Choice>
          <mc:Fallback xmlns="">
            <p:pic>
              <p:nvPicPr>
                <p:cNvPr id="6" name="墨迹 5"/>
              </p:nvPicPr>
              <p:blipFill>
                <a:blip r:embed="rId6"/>
              </p:blipFill>
              <p:spPr>
                <a:xfrm>
                  <a:off x="2554729" y="3281879"/>
                  <a:ext cx="725760" cy="237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6007129" y="2045279"/>
                <a:ext cx="2681640" cy="92520"/>
              </p14:xfrm>
            </p:contentPart>
          </mc:Choice>
          <mc:Fallback xmlns="">
            <p:pic>
              <p:nvPicPr>
                <p:cNvPr id="8" name="墨迹 7"/>
              </p:nvPicPr>
              <p:blipFill>
                <a:blip r:embed="rId8"/>
              </p:blipFill>
              <p:spPr>
                <a:xfrm>
                  <a:off x="6007129" y="2045279"/>
                  <a:ext cx="2681640" cy="925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6804889" y="2234279"/>
                <a:ext cx="903960" cy="1230480"/>
              </p14:xfrm>
            </p:contentPart>
          </mc:Choice>
          <mc:Fallback xmlns="">
            <p:pic>
              <p:nvPicPr>
                <p:cNvPr id="9" name="墨迹 8"/>
              </p:nvPicPr>
              <p:blipFill>
                <a:blip r:embed="rId10"/>
              </p:blipFill>
              <p:spPr>
                <a:xfrm>
                  <a:off x="6804889" y="2234279"/>
                  <a:ext cx="903960" cy="12304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6551449" y="3372959"/>
                <a:ext cx="490680" cy="236880"/>
              </p14:xfrm>
            </p:contentPart>
          </mc:Choice>
          <mc:Fallback xmlns="">
            <p:pic>
              <p:nvPicPr>
                <p:cNvPr id="10" name="墨迹 9"/>
              </p:nvPicPr>
              <p:blipFill>
                <a:blip r:embed="rId12"/>
              </p:blipFill>
              <p:spPr>
                <a:xfrm>
                  <a:off x="6551449" y="3372959"/>
                  <a:ext cx="490680" cy="236880"/>
                </a:xfrm>
                <a:prstGeom prst="rect"/>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00" dirty="0"/>
              <a:t>3</a:t>
            </a:r>
            <a:r>
              <a:rPr lang="zh-CN" altLang="zh-CN" sz="3100" b="1" dirty="0"/>
              <a:t>General lesson</a:t>
            </a:r>
            <a:r>
              <a:rPr lang="zh-CN" altLang="zh-CN" sz="3100" dirty="0"/>
              <a:t> [Analysis]: 在通信物理层引入深度学习时，保留 domain structure（循环前缀、频域均衡等）比完全端到端黑箱更易实现数据高效与可解释性的平衡</a:t>
            </a:r>
            <a:r>
              <a:rPr lang="zh-CN" altLang="zh-CN" dirty="0"/>
              <a:t>。</a:t>
            </a:r>
            <a:br>
              <a:rPr lang="zh-CN" altLang="zh-CN" dirty="0"/>
            </a:br>
            <a:endParaRPr lang="zh-CN" altLang="en-US"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2640087" y="1241399"/>
              <a:ext cx="360" cy="360"/>
            </p14:xfrm>
          </p:contentPart>
        </mc:Choice>
        <mc:Fallback xmlns="">
          <p:pic>
            <p:nvPicPr>
              <p:cNvPr id="4" name="墨迹 3"/>
            </p:nvPicPr>
            <p:blipFill>
              <a:blip r:embed="rId2"/>
            </p:blipFill>
            <p:spPr>
              <a:xfrm>
                <a:off x="2640087" y="1241399"/>
                <a:ext cx="36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6232167" y="1150319"/>
              <a:ext cx="5400" cy="360"/>
            </p14:xfrm>
          </p:contentPart>
        </mc:Choice>
        <mc:Fallback xmlns="">
          <p:pic>
            <p:nvPicPr>
              <p:cNvPr id="5" name="墨迹 4"/>
            </p:nvPicPr>
            <p:blipFill>
              <a:blip r:embed="rId4"/>
            </p:blipFill>
            <p:spPr>
              <a:xfrm>
                <a:off x="6232167" y="1150319"/>
                <a:ext cx="5400" cy="360"/>
              </a:xfrm>
              <a:prstGeom prst="rect"/>
            </p:spPr>
          </p:pic>
        </mc:Fallback>
      </mc:AlternateContent>
      <p:sp>
        <p:nvSpPr>
          <p:cNvPr id="7" name="文本框 6"/>
          <p:cNvSpPr txBox="1"/>
          <p:nvPr/>
        </p:nvSpPr>
        <p:spPr>
          <a:xfrm>
            <a:off x="3047495" y="2953461"/>
            <a:ext cx="6094990" cy="954107"/>
          </a:xfrm>
          <a:prstGeom prst="rect">
            <a:avLst/>
          </a:prstGeom>
          <a:noFill/>
        </p:spPr>
        <p:txBody>
          <a:bodyPr wrap="square">
            <a:spAutoFit/>
          </a:bodyPr>
          <a:lstStyle/>
          <a:p>
            <a:r>
              <a:rPr lang="zh-CN" altLang="zh-CN" sz="2800" b="1" dirty="0"/>
              <a:t>模块的边界、顺序、分工是亮的</a:t>
            </a:r>
            <a:r>
              <a:rPr lang="zh-CN" altLang="en-US" sz="2800" b="1" dirty="0"/>
              <a:t>，错误可以定位到一个模块</a:t>
            </a:r>
            <a:endParaRPr lang="zh-CN" altLang="en-US" sz="2800" dirty="0"/>
          </a:p>
        </p:txBody>
      </p:sp>
      <p:pic>
        <p:nvPicPr>
          <p:cNvPr id="9" name="图片 8"/>
          <p:cNvPicPr>
            <a:picLocks noChangeAspect="1"/>
          </p:cNvPicPr>
          <p:nvPr/>
        </p:nvPicPr>
        <p:blipFill>
          <a:blip r:embed="rId5"/>
          <a:stretch>
            <a:fillRect/>
          </a:stretch>
        </p:blipFill>
        <p:spPr>
          <a:xfrm>
            <a:off x="1057340" y="3824756"/>
            <a:ext cx="8462109" cy="28888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Toshiaki 2020, JLT. 神经Turbo均衡+光纤非线性</a:t>
            </a:r>
            <a:endParaRPr lang="zh-CN" altLang="en-US" dirty="0"/>
          </a:p>
        </p:txBody>
      </p:sp>
      <p:sp>
        <p:nvSpPr>
          <p:cNvPr id="3" name="内容占位符 2"/>
          <p:cNvSpPr>
            <a:spLocks noGrp="1"/>
          </p:cNvSpPr>
          <p:nvPr>
            <p:ph idx="1"/>
          </p:nvPr>
        </p:nvSpPr>
        <p:spPr/>
        <p:txBody>
          <a:bodyPr/>
          <a:lstStyle/>
          <a:p>
            <a:r>
              <a:rPr lang="zh-CN" altLang="zh-CN" b="1" dirty="0"/>
              <a:t>SC-FDE 的"改进"是一次算完的数学运算，Turbo 的"改进"是反复讨论出来的迭代过程</a:t>
            </a:r>
            <a:endParaRPr lang="zh-CN" altLang="en-US" dirty="0"/>
          </a:p>
        </p:txBody>
      </p:sp>
      <p:grpSp>
        <p:nvGrpSpPr>
          <p:cNvPr id="7" name="组合 6"/>
          <p:cNvGrpSpPr/>
          <p:nvPr/>
        </p:nvGrpSpPr>
        <p:grpSpPr>
          <a:xfrm>
            <a:off x="5642241" y="1020402"/>
            <a:ext cx="3375360" cy="943920"/>
            <a:chOff x="5642241" y="1020402"/>
            <a:chExt cx="3375360" cy="94392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5642241" y="1020402"/>
                <a:ext cx="3375360" cy="65520"/>
              </p14:xfrm>
            </p:contentPart>
          </mc:Choice>
          <mc:Fallback xmlns="">
            <p:pic>
              <p:nvPicPr>
                <p:cNvPr id="4" name="墨迹 3"/>
              </p:nvPicPr>
              <p:blipFill>
                <a:blip r:embed="rId2"/>
              </p:blipFill>
              <p:spPr>
                <a:xfrm>
                  <a:off x="5642241" y="1020402"/>
                  <a:ext cx="3375360" cy="655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6537561" y="1048842"/>
                <a:ext cx="501120" cy="915480"/>
              </p14:xfrm>
            </p:contentPart>
          </mc:Choice>
          <mc:Fallback xmlns="">
            <p:pic>
              <p:nvPicPr>
                <p:cNvPr id="5" name="墨迹 4"/>
              </p:nvPicPr>
              <p:blipFill>
                <a:blip r:embed="rId4"/>
              </p:blipFill>
              <p:spPr>
                <a:xfrm>
                  <a:off x="6537561" y="1048842"/>
                  <a:ext cx="501120" cy="9154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6477441" y="1764882"/>
                <a:ext cx="619200" cy="157320"/>
              </p14:xfrm>
            </p:contentPart>
          </mc:Choice>
          <mc:Fallback xmlns="">
            <p:pic>
              <p:nvPicPr>
                <p:cNvPr id="6" name="墨迹 5"/>
              </p:nvPicPr>
              <p:blipFill>
                <a:blip r:embed="rId6"/>
              </p:blipFill>
              <p:spPr>
                <a:xfrm>
                  <a:off x="6477441" y="1764882"/>
                  <a:ext cx="619200" cy="157320"/>
                </a:xfrm>
                <a:prstGeom prst="rect"/>
              </p:spPr>
            </p:pic>
          </mc:Fallback>
        </mc:AlternateContent>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zh-CN" sz="2000" dirty="0"/>
              <a:t>Surface method: 设计一个嵌套残差深度神经网络（DNN-TEQ），输入为失真的 DP-QAM 符号与来自 FEC 解码器的先验软信息（APR），输出外禀（EXT）与后验（APP）两组比特 LLR；使用二进制交叉熵（BCE）损失进行多标签训练；再通过 EXIT 图分析优化 LDPC 码度分布。</a:t>
            </a:r>
            <a:br>
              <a:rPr lang="zh-CN" altLang="zh-CN" sz="2000" dirty="0"/>
            </a:br>
            <a:r>
              <a:rPr lang="zh-CN" altLang="zh-CN" sz="2000" dirty="0"/>
              <a:t>先讲解这第一个IDEA</a:t>
            </a:r>
            <a:br>
              <a:rPr lang="zh-CN" altLang="zh-CN" sz="2000" dirty="0"/>
            </a:br>
            <a:endParaRPr lang="zh-CN" altLang="en-US" sz="2000" dirty="0"/>
          </a:p>
        </p:txBody>
      </p:sp>
      <p:sp>
        <p:nvSpPr>
          <p:cNvPr id="5" name="文本框 4"/>
          <p:cNvSpPr txBox="1"/>
          <p:nvPr/>
        </p:nvSpPr>
        <p:spPr>
          <a:xfrm>
            <a:off x="0" y="1718877"/>
            <a:ext cx="6096000" cy="2031325"/>
          </a:xfrm>
          <a:prstGeom prst="rect">
            <a:avLst/>
          </a:prstGeom>
          <a:noFill/>
        </p:spPr>
        <p:txBody>
          <a:bodyPr wrap="square">
            <a:spAutoFit/>
          </a:bodyPr>
          <a:lstStyle/>
          <a:p>
            <a:endParaRPr lang="en-US" altLang="zh-CN" dirty="0">
              <a:effectLst/>
            </a:endParaRPr>
          </a:p>
          <a:p>
            <a:r>
              <a:rPr lang="zh-CN" altLang="zh-CN" dirty="0">
                <a:effectLst/>
              </a:rPr>
              <a:t>也就是说这个神经网络想要学习更多就要一层层累计，将学到的东西一层层整合到一起，</a:t>
            </a:r>
            <a:endParaRPr lang="en-US" altLang="zh-CN" dirty="0">
              <a:effectLst/>
            </a:endParaRPr>
          </a:p>
          <a:p>
            <a:r>
              <a:rPr lang="zh-CN" altLang="zh-CN" dirty="0">
                <a:effectLst/>
              </a:rPr>
              <a:t>传统的代码，</a:t>
            </a:r>
            <a:r>
              <a:rPr lang="zh-CN" altLang="en-US" dirty="0">
                <a:effectLst/>
              </a:rPr>
              <a:t>因为每层信息权重不同，传过去的误差要么变小看不出来，要么太大，又不会保持原状</a:t>
            </a:r>
            <a:endParaRPr lang="en-US" altLang="zh-CN" dirty="0">
              <a:effectLst/>
            </a:endParaRPr>
          </a:p>
          <a:p>
            <a:r>
              <a:rPr lang="zh-CN" altLang="zh-CN" dirty="0">
                <a:effectLst/>
              </a:rPr>
              <a:t>而用了这个嵌套残差的形式，</a:t>
            </a:r>
            <a:r>
              <a:rPr lang="zh-CN" altLang="en-US" dirty="0">
                <a:effectLst/>
              </a:rPr>
              <a:t>可以多一个不处理，直接将信息传给下一层的选项，使其到了深层也不会变化太大</a:t>
            </a:r>
            <a:endParaRPr lang="zh-CN" altLang="en-US" dirty="0"/>
          </a:p>
        </p:txBody>
      </p:sp>
      <p:pic>
        <p:nvPicPr>
          <p:cNvPr id="11" name="图片 10"/>
          <p:cNvPicPr>
            <a:picLocks noChangeAspect="1"/>
          </p:cNvPicPr>
          <p:nvPr/>
        </p:nvPicPr>
        <p:blipFill>
          <a:blip r:embed="rId1"/>
          <a:stretch>
            <a:fillRect/>
          </a:stretch>
        </p:blipFill>
        <p:spPr>
          <a:xfrm>
            <a:off x="4742629" y="3778391"/>
            <a:ext cx="6999705" cy="3396102"/>
          </a:xfrm>
          <a:prstGeom prst="rect">
            <a:avLst/>
          </a:prstGeom>
        </p:spPr>
      </p:pic>
      <p:grpSp>
        <p:nvGrpSpPr>
          <p:cNvPr id="23" name="组合 22"/>
          <p:cNvGrpSpPr/>
          <p:nvPr/>
        </p:nvGrpSpPr>
        <p:grpSpPr>
          <a:xfrm>
            <a:off x="2344691" y="623534"/>
            <a:ext cx="5401862" cy="3905788"/>
            <a:chOff x="2344691" y="623534"/>
            <a:chExt cx="5401862" cy="3905788"/>
          </a:xfrm>
        </p:grpSpPr>
        <mc:AlternateContent xmlns:mc="http://schemas.openxmlformats.org/markup-compatibility/2006" xmlns:p14="http://schemas.microsoft.com/office/powerpoint/2010/main">
          <mc:Choice Requires="p14">
            <p:contentPart r:id="rId2" p14:bwMode="auto">
              <p14:nvContentPartPr>
                <p14:cNvPr id="13" name="墨迹 12"/>
                <p14:cNvContentPartPr/>
                <p14:nvPr/>
              </p14:nvContentPartPr>
              <p14:xfrm>
                <a:off x="2399051" y="623534"/>
                <a:ext cx="2144880" cy="1334160"/>
              </p14:xfrm>
            </p:contentPart>
          </mc:Choice>
          <mc:Fallback xmlns="">
            <p:pic>
              <p:nvPicPr>
                <p:cNvPr id="13" name="墨迹 12"/>
              </p:nvPicPr>
              <p:blipFill>
                <a:blip r:embed="rId3"/>
              </p:blipFill>
              <p:spPr>
                <a:xfrm>
                  <a:off x="2399051" y="623534"/>
                  <a:ext cx="2144880" cy="13341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4" name="墨迹 13"/>
                <p14:cNvContentPartPr/>
                <p14:nvPr/>
              </p14:nvContentPartPr>
              <p14:xfrm>
                <a:off x="2344691" y="1757894"/>
                <a:ext cx="435240" cy="328320"/>
              </p14:xfrm>
            </p:contentPart>
          </mc:Choice>
          <mc:Fallback xmlns="">
            <p:pic>
              <p:nvPicPr>
                <p:cNvPr id="14" name="墨迹 13"/>
              </p:nvPicPr>
              <p:blipFill>
                <a:blip r:embed="rId5"/>
              </p:blipFill>
              <p:spPr>
                <a:xfrm>
                  <a:off x="2344691" y="1757894"/>
                  <a:ext cx="435240" cy="32832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7" name="墨迹 16"/>
                <p14:cNvContentPartPr/>
                <p14:nvPr/>
              </p14:nvContentPartPr>
              <p14:xfrm>
                <a:off x="7058953" y="900162"/>
                <a:ext cx="298440" cy="3033360"/>
              </p14:xfrm>
            </p:contentPart>
          </mc:Choice>
          <mc:Fallback xmlns="">
            <p:pic>
              <p:nvPicPr>
                <p:cNvPr id="17" name="墨迹 16"/>
              </p:nvPicPr>
              <p:blipFill>
                <a:blip r:embed="rId7"/>
              </p:blipFill>
              <p:spPr>
                <a:xfrm>
                  <a:off x="7058953" y="900162"/>
                  <a:ext cx="298440" cy="3033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8" name="墨迹 17"/>
                <p14:cNvContentPartPr/>
                <p14:nvPr/>
              </p14:nvContentPartPr>
              <p14:xfrm>
                <a:off x="6939433" y="3754602"/>
                <a:ext cx="807120" cy="337320"/>
              </p14:xfrm>
            </p:contentPart>
          </mc:Choice>
          <mc:Fallback xmlns="">
            <p:pic>
              <p:nvPicPr>
                <p:cNvPr id="18" name="墨迹 17"/>
              </p:nvPicPr>
              <p:blipFill>
                <a:blip r:embed="rId9"/>
              </p:blipFill>
              <p:spPr>
                <a:xfrm>
                  <a:off x="6939433" y="3754602"/>
                  <a:ext cx="807120" cy="33732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1" name="墨迹 20"/>
                <p14:cNvContentPartPr/>
                <p14:nvPr/>
              </p14:nvContentPartPr>
              <p14:xfrm>
                <a:off x="2617633" y="1367802"/>
                <a:ext cx="2032560" cy="3120120"/>
              </p14:xfrm>
            </p:contentPart>
          </mc:Choice>
          <mc:Fallback xmlns="">
            <p:pic>
              <p:nvPicPr>
                <p:cNvPr id="21" name="墨迹 20"/>
              </p:nvPicPr>
              <p:blipFill>
                <a:blip r:embed="rId11"/>
              </p:blipFill>
              <p:spPr>
                <a:xfrm>
                  <a:off x="2617633" y="1367802"/>
                  <a:ext cx="2032560" cy="312012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2" name="墨迹 21"/>
                <p14:cNvContentPartPr/>
                <p14:nvPr/>
              </p14:nvContentPartPr>
              <p14:xfrm>
                <a:off x="2480833" y="4309722"/>
                <a:ext cx="479880" cy="219600"/>
              </p14:xfrm>
            </p:contentPart>
          </mc:Choice>
          <mc:Fallback xmlns="">
            <p:pic>
              <p:nvPicPr>
                <p:cNvPr id="22" name="墨迹 21"/>
              </p:nvPicPr>
              <p:blipFill>
                <a:blip r:embed="rId13"/>
              </p:blipFill>
              <p:spPr>
                <a:xfrm>
                  <a:off x="2480833" y="4309722"/>
                  <a:ext cx="479880" cy="219600"/>
                </a:xfrm>
                <a:prstGeom prst="rect"/>
              </p:spPr>
            </p:pic>
          </mc:Fallback>
        </mc:AlternateContent>
      </p:grpSp>
      <p:sp>
        <p:nvSpPr>
          <p:cNvPr id="25" name="文本框 24"/>
          <p:cNvSpPr txBox="1"/>
          <p:nvPr/>
        </p:nvSpPr>
        <p:spPr>
          <a:xfrm>
            <a:off x="170732" y="4693499"/>
            <a:ext cx="6120808" cy="707886"/>
          </a:xfrm>
          <a:prstGeom prst="rect">
            <a:avLst/>
          </a:prstGeom>
          <a:noFill/>
        </p:spPr>
        <p:txBody>
          <a:bodyPr wrap="square">
            <a:spAutoFit/>
          </a:bodyPr>
          <a:lstStyle/>
          <a:p>
            <a:r>
              <a:rPr lang="zh-CN" altLang="zh-CN" sz="2000" b="0" i="0" dirty="0">
                <a:solidFill>
                  <a:srgbClr val="000000"/>
                </a:solidFill>
                <a:effectLst/>
                <a:latin typeface="-apple-system"/>
              </a:rPr>
              <a:t>一次给一堆比特打分，每个比特单独跟标准答案比，错得多罚得</a:t>
            </a:r>
            <a:r>
              <a:rPr lang="zh-CN" altLang="zh-CN" sz="2000" dirty="0">
                <a:solidFill>
                  <a:srgbClr val="000000"/>
                </a:solidFill>
                <a:latin typeface="-apple-system"/>
              </a:rPr>
              <a:t>多</a:t>
            </a:r>
            <a:r>
              <a:rPr lang="zh-CN" altLang="en-US" sz="2000" dirty="0">
                <a:solidFill>
                  <a:srgbClr val="000000"/>
                </a:solidFill>
                <a:latin typeface="-apple-system"/>
              </a:rPr>
              <a:t>（训练方式）</a:t>
            </a:r>
            <a:endParaRPr lang="zh-CN" altLang="en-US" sz="2000" dirty="0"/>
          </a:p>
        </p:txBody>
      </p:sp>
      <p:sp>
        <p:nvSpPr>
          <p:cNvPr id="38" name="文本框 37"/>
          <p:cNvSpPr txBox="1"/>
          <p:nvPr/>
        </p:nvSpPr>
        <p:spPr>
          <a:xfrm>
            <a:off x="5945372" y="3149565"/>
            <a:ext cx="6120808" cy="1200329"/>
          </a:xfrm>
          <a:prstGeom prst="rect">
            <a:avLst/>
          </a:prstGeom>
          <a:noFill/>
        </p:spPr>
        <p:txBody>
          <a:bodyPr wrap="square">
            <a:spAutoFit/>
          </a:bodyPr>
          <a:lstStyle/>
          <a:p>
            <a:r>
              <a:rPr lang="zh-CN" altLang="zh-CN" dirty="0">
                <a:effectLst/>
              </a:rPr>
              <a:t>EXT的存在是为了回传的信息只包含新的信息，而自己发过去的信息不作为下一次的判别标准</a:t>
            </a:r>
            <a:r>
              <a:rPr lang="zh-CN" altLang="en-US" dirty="0">
                <a:effectLst/>
              </a:rPr>
              <a:t>（把自己猜的信息当标准，如果错了会错上加错</a:t>
            </a:r>
            <a:endParaRPr lang="en-US" altLang="zh-CN" dirty="0">
              <a:effectLst/>
            </a:endParaRPr>
          </a:p>
          <a:p>
            <a:r>
              <a:rPr lang="zh-CN" altLang="en-US" dirty="0">
                <a:effectLst/>
              </a:rPr>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b="1" dirty="0">
                <a:solidFill>
                  <a:srgbClr val="000000"/>
                </a:solidFill>
                <a:latin typeface="-apple-system"/>
              </a:rPr>
              <a:t>EXIT 图 = 把"迭代是否收敛"这一动态问题，变成"两条曲线是否相交"的静态几何问题</a:t>
            </a:r>
            <a:br>
              <a:rPr lang="zh-CN" altLang="en-US" dirty="0"/>
            </a:br>
            <a:endParaRPr lang="zh-CN" altLang="en-US" dirty="0"/>
          </a:p>
        </p:txBody>
      </p:sp>
      <p:sp>
        <p:nvSpPr>
          <p:cNvPr id="3" name="内容占位符 2"/>
          <p:cNvSpPr>
            <a:spLocks noGrp="1"/>
          </p:cNvSpPr>
          <p:nvPr>
            <p:ph idx="1"/>
          </p:nvPr>
        </p:nvSpPr>
        <p:spPr/>
        <p:txBody>
          <a:bodyPr/>
          <a:lstStyle/>
          <a:p>
            <a:r>
              <a:rPr lang="zh-CN" altLang="zh-CN" b="1" dirty="0"/>
              <a:t>两线相交于 I*</a:t>
            </a:r>
            <a:r>
              <a:rPr lang="zh-CN" altLang="zh-CN" dirty="0"/>
              <a:t>：折线走到交点即停止。交点以下区域，迭代每轮有增量、错误能被纠正；交点以上区域，解码器反馈的信息质量已经低于均衡器下一次能利用的门槛，再转也无增量</a:t>
            </a:r>
            <a:endParaRPr lang="zh-CN" altLang="en-US" dirty="0"/>
          </a:p>
        </p:txBody>
      </p:sp>
      <p:pic>
        <p:nvPicPr>
          <p:cNvPr id="5" name="图片 4"/>
          <p:cNvPicPr>
            <a:picLocks noChangeAspect="1"/>
          </p:cNvPicPr>
          <p:nvPr/>
        </p:nvPicPr>
        <p:blipFill>
          <a:blip r:embed="rId1"/>
          <a:stretch>
            <a:fillRect/>
          </a:stretch>
        </p:blipFill>
        <p:spPr>
          <a:xfrm>
            <a:off x="838201" y="3035767"/>
            <a:ext cx="2925726" cy="34815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训练时用高斯模型合成 APR 来模拟 FEC 反馈，避免绑定具体解码器</a:t>
            </a:r>
            <a:br>
              <a:rPr lang="zh-CN" altLang="zh-CN" dirty="0"/>
            </a:br>
            <a:endParaRPr lang="zh-CN" altLang="en-US" dirty="0"/>
          </a:p>
        </p:txBody>
      </p:sp>
      <p:sp>
        <p:nvSpPr>
          <p:cNvPr id="3" name="内容占位符 2"/>
          <p:cNvSpPr>
            <a:spLocks noGrp="1"/>
          </p:cNvSpPr>
          <p:nvPr>
            <p:ph idx="1"/>
          </p:nvPr>
        </p:nvSpPr>
        <p:spPr/>
        <p:txBody>
          <a:bodyPr/>
          <a:lstStyle/>
          <a:p>
            <a:pPr lvl="0"/>
            <a:r>
              <a:rPr lang="zh-CN" altLang="zh-CN" b="1" dirty="0"/>
              <a:t>方案 A（朴素）</a:t>
            </a:r>
            <a:r>
              <a:rPr lang="zh-CN" altLang="zh-CN" dirty="0"/>
              <a:t>：训练时把真实解码器接进循环，让解码器的真实输出当 APR。缺点有两个——网络学的是"跟</a:t>
            </a:r>
            <a:r>
              <a:rPr lang="zh-CN" altLang="zh-CN" b="1" dirty="0"/>
              <a:t>这一款</a:t>
            </a:r>
            <a:r>
              <a:rPr lang="zh-CN" altLang="zh-CN" dirty="0"/>
              <a:t>解码器配合"，测试时换 LDPC 码就得重训；而且每轮迭代都要真跑一遍解码，训练开销巨大。</a:t>
            </a:r>
            <a:endParaRPr lang="zh-CN" altLang="zh-CN" dirty="0"/>
          </a:p>
          <a:p>
            <a:pPr lvl="0"/>
            <a:r>
              <a:rPr lang="zh-CN" altLang="zh-CN" b="1" dirty="0"/>
              <a:t>方案 B（论文）</a:t>
            </a:r>
            <a:r>
              <a:rPr lang="zh-CN" altLang="zh-CN" dirty="0"/>
              <a:t>：</a:t>
            </a:r>
            <a:r>
              <a:rPr lang="zh-CN" altLang="zh-CN" b="1" dirty="0"/>
              <a:t>不跑解码器，直接用高斯模型合成 APR</a:t>
            </a:r>
            <a:endParaRPr lang="zh-CN" altLang="zh-CN" dirty="0"/>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stretch>
            <a:fillRect/>
          </a:stretch>
        </p:blipFill>
        <p:spPr>
          <a:xfrm>
            <a:off x="2407679" y="257174"/>
            <a:ext cx="6417344" cy="58914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605050"/>
            <a:ext cx="10515600" cy="1325563"/>
          </a:xfrm>
        </p:spPr>
        <p:txBody>
          <a:bodyPr>
            <a:normAutofit fontScale="90000"/>
          </a:bodyPr>
          <a:lstStyle/>
          <a:p>
            <a:r>
              <a:rPr lang="zh-CN" altLang="zh-CN" b="1" dirty="0"/>
              <a:t>General lesson</a:t>
            </a:r>
            <a:r>
              <a:rPr lang="zh-CN" altLang="zh-CN" dirty="0"/>
              <a:t> [Analysis]: 在通信接收机里引入 DNN 时，把 DNN 与已有迭代检测/编码结构（如 Turbo principle、BICM-ID、EXIT 分析）联合设计，往往比单独训练一个“黑箱”均衡器能获得更大的端到端增益</a:t>
            </a:r>
            <a:br>
              <a:rPr lang="zh-CN" altLang="zh-CN" dirty="0"/>
            </a:br>
            <a:endParaRPr lang="zh-CN" altLang="en-US" dirty="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2207</Words>
  <Application>WPS 演示</Application>
  <PresentationFormat>宽屏</PresentationFormat>
  <Paragraphs>129</Paragraphs>
  <Slides>15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宋体</vt:lpstr>
      <vt:lpstr>Wingdings</vt:lpstr>
      <vt:lpstr>Calibri</vt:lpstr>
      <vt:lpstr>Cambria Math</vt:lpstr>
      <vt:lpstr>-apple-system</vt:lpstr>
      <vt:lpstr>Segoe Print</vt:lpstr>
      <vt:lpstr>微软雅黑</vt:lpstr>
      <vt:lpstr>Arial Unicode MS</vt:lpstr>
      <vt:lpstr>Calibri</vt:lpstr>
      <vt:lpstr>WPS</vt:lpstr>
      <vt:lpstr>PowerPoint 演示文稿</vt:lpstr>
      <vt:lpstr>PowerPoint 演示文稿</vt:lpstr>
      <vt:lpstr>PowerPoint 演示文稿</vt:lpstr>
      <vt:lpstr>PowerPoint 演示文稿</vt:lpstr>
      <vt:lpstr>基于深度学习的单载波频域均衡算法研究 </vt:lpstr>
      <vt:lpstr>单载波频域均衡</vt:lpstr>
      <vt:lpstr>PowerPoint 演示文稿</vt:lpstr>
      <vt:lpstr>2同时通过“训练时让多径各路径功率等权、同步位置随机”的机制，迫使网络学习“与路径无关”的均衡策略，从而提升信道泛化能力</vt:lpstr>
      <vt:lpstr>3General lesson [Analysis]: 在通信物理层引入深度学习时，保留 domain structure（循环前缀、频域均衡等）比完全端到端黑箱更易实现数据高效与可解释性的平衡。 </vt:lpstr>
      <vt:lpstr>Toshiaki 2020, JLT. 神经Turbo均衡+光纤非线性</vt:lpstr>
      <vt:lpstr>Surface method: 设计一个嵌套残差深度神经网络（DNN-TEQ），输入为失真的 DP-QAM 符号与来自 FEC 解码器的先验软信息（APR），输出外禀（EXT）与后验（APP）两组比特 LLR；使用二进制交叉熵（BCE）损失进行多标签训练；再通过 EXIT 图分析优化 LDPC 码度分布。 先讲解这第一个IDEA </vt:lpstr>
      <vt:lpstr>EXIT 图 = 把"迭代是否收敛"这一动态问题，变成"两条曲线是否相交"的静态几何问题 </vt:lpstr>
      <vt:lpstr>训练时用高斯模型合成 APR 来模拟 FEC 反馈，避免绑定具体解码器 </vt:lpstr>
      <vt:lpstr>PowerPoint 演示文稿</vt:lpstr>
      <vt:lpstr>General lesson [Analysis]: 在通信接收机里引入 DNN 时，把 DNN 与已有迭代检测/编码结构（如 Turbo principle、BICM-ID、EXIT 分析）联合设计，往往比单独训练一个“黑箱”均衡器能获得更大的端到端增益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蓝俊涛</dc:creator>
  <cp:lastModifiedBy>蓝俊涛</cp:lastModifiedBy>
  <cp:revision>10</cp:revision>
  <dcterms:created xsi:type="dcterms:W3CDTF">2023-08-09T12:44:00Z</dcterms:created>
  <dcterms:modified xsi:type="dcterms:W3CDTF">2026-08-21T08:52:36Z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BE556334E52F4ACEBFBB96799C3FADBE_12</vt:lpwstr>
  </property>
</Properties>
</file>