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E9A67-93E7-4B54-AF4A-7FD6AB750D5A}" v="1" dt="2026-07-23T00:39:16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1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鸿翔 杨" userId="49ae226b328ea8a6" providerId="LiveId" clId="{B8CD1FE1-198B-41FC-AFF1-7878F0A2D15E}"/>
    <pc:docChg chg="undo custSel addSld delSld modSld">
      <pc:chgData name="鸿翔 杨" userId="49ae226b328ea8a6" providerId="LiveId" clId="{B8CD1FE1-198B-41FC-AFF1-7878F0A2D15E}" dt="2026-07-23T00:55:37.740" v="571" actId="47"/>
      <pc:docMkLst>
        <pc:docMk/>
      </pc:docMkLst>
      <pc:sldChg chg="modSp new mod">
        <pc:chgData name="鸿翔 杨" userId="49ae226b328ea8a6" providerId="LiveId" clId="{B8CD1FE1-198B-41FC-AFF1-7878F0A2D15E}" dt="2026-07-23T00:39:16.775" v="92"/>
        <pc:sldMkLst>
          <pc:docMk/>
          <pc:sldMk cId="1108267174" sldId="256"/>
        </pc:sldMkLst>
        <pc:spChg chg="mod">
          <ac:chgData name="鸿翔 杨" userId="49ae226b328ea8a6" providerId="LiveId" clId="{B8CD1FE1-198B-41FC-AFF1-7878F0A2D15E}" dt="2026-07-23T00:39:16.775" v="92"/>
          <ac:spMkLst>
            <pc:docMk/>
            <pc:sldMk cId="1108267174" sldId="256"/>
            <ac:spMk id="2" creationId="{8157D674-2DBB-5461-E431-F8CB7922F6FE}"/>
          </ac:spMkLst>
        </pc:spChg>
        <pc:spChg chg="mod">
          <ac:chgData name="鸿翔 杨" userId="49ae226b328ea8a6" providerId="LiveId" clId="{B8CD1FE1-198B-41FC-AFF1-7878F0A2D15E}" dt="2026-07-23T00:39:16.775" v="92"/>
          <ac:spMkLst>
            <pc:docMk/>
            <pc:sldMk cId="1108267174" sldId="256"/>
            <ac:spMk id="3" creationId="{DA198DDC-AFD9-F410-19BD-585C9E6CE3D5}"/>
          </ac:spMkLst>
        </pc:spChg>
      </pc:sldChg>
      <pc:sldChg chg="addSp modSp new mod">
        <pc:chgData name="鸿翔 杨" userId="49ae226b328ea8a6" providerId="LiveId" clId="{B8CD1FE1-198B-41FC-AFF1-7878F0A2D15E}" dt="2026-07-23T00:43:22.801" v="371" actId="20577"/>
        <pc:sldMkLst>
          <pc:docMk/>
          <pc:sldMk cId="1924750923" sldId="257"/>
        </pc:sldMkLst>
        <pc:spChg chg="add mod">
          <ac:chgData name="鸿翔 杨" userId="49ae226b328ea8a6" providerId="LiveId" clId="{B8CD1FE1-198B-41FC-AFF1-7878F0A2D15E}" dt="2026-07-23T00:40:00.740" v="121" actId="20577"/>
          <ac:spMkLst>
            <pc:docMk/>
            <pc:sldMk cId="1924750923" sldId="257"/>
            <ac:spMk id="2" creationId="{7F91EB31-C45C-5B33-7E85-505D3C896D6E}"/>
          </ac:spMkLst>
        </pc:spChg>
        <pc:spChg chg="add mod">
          <ac:chgData name="鸿翔 杨" userId="49ae226b328ea8a6" providerId="LiveId" clId="{B8CD1FE1-198B-41FC-AFF1-7878F0A2D15E}" dt="2026-07-23T00:41:04.787" v="183" actId="20577"/>
          <ac:spMkLst>
            <pc:docMk/>
            <pc:sldMk cId="1924750923" sldId="257"/>
            <ac:spMk id="5" creationId="{5791ABAA-8AD9-8829-4069-3434D953DE5B}"/>
          </ac:spMkLst>
        </pc:spChg>
        <pc:spChg chg="add mod">
          <ac:chgData name="鸿翔 杨" userId="49ae226b328ea8a6" providerId="LiveId" clId="{B8CD1FE1-198B-41FC-AFF1-7878F0A2D15E}" dt="2026-07-23T00:41:57.116" v="256" actId="20577"/>
          <ac:spMkLst>
            <pc:docMk/>
            <pc:sldMk cId="1924750923" sldId="257"/>
            <ac:spMk id="8" creationId="{B43F37F4-51D3-2B3E-1EF5-FE54DC7FB03B}"/>
          </ac:spMkLst>
        </pc:spChg>
        <pc:spChg chg="add mod">
          <ac:chgData name="鸿翔 杨" userId="49ae226b328ea8a6" providerId="LiveId" clId="{B8CD1FE1-198B-41FC-AFF1-7878F0A2D15E}" dt="2026-07-23T00:42:56.796" v="315" actId="20577"/>
          <ac:spMkLst>
            <pc:docMk/>
            <pc:sldMk cId="1924750923" sldId="257"/>
            <ac:spMk id="11" creationId="{A99ADA95-BE64-014C-EED5-7F4CFEF7B7CB}"/>
          </ac:spMkLst>
        </pc:spChg>
        <pc:spChg chg="add mod">
          <ac:chgData name="鸿翔 杨" userId="49ae226b328ea8a6" providerId="LiveId" clId="{B8CD1FE1-198B-41FC-AFF1-7878F0A2D15E}" dt="2026-07-23T00:43:22.801" v="371" actId="20577"/>
          <ac:spMkLst>
            <pc:docMk/>
            <pc:sldMk cId="1924750923" sldId="257"/>
            <ac:spMk id="12" creationId="{55EC6E15-2FB5-2A07-7CD9-7E106DD3A26C}"/>
          </ac:spMkLst>
        </pc:spChg>
        <pc:cxnChg chg="add">
          <ac:chgData name="鸿翔 杨" userId="49ae226b328ea8a6" providerId="LiveId" clId="{B8CD1FE1-198B-41FC-AFF1-7878F0A2D15E}" dt="2026-07-23T00:40:08.172" v="122" actId="11529"/>
          <ac:cxnSpMkLst>
            <pc:docMk/>
            <pc:sldMk cId="1924750923" sldId="257"/>
            <ac:cxnSpMk id="4" creationId="{5C2C2210-27D7-8F19-2934-28AED45645BD}"/>
          </ac:cxnSpMkLst>
        </pc:cxnChg>
        <pc:cxnChg chg="add">
          <ac:chgData name="鸿翔 杨" userId="49ae226b328ea8a6" providerId="LiveId" clId="{B8CD1FE1-198B-41FC-AFF1-7878F0A2D15E}" dt="2026-07-23T00:41:08.408" v="184" actId="11529"/>
          <ac:cxnSpMkLst>
            <pc:docMk/>
            <pc:sldMk cId="1924750923" sldId="257"/>
            <ac:cxnSpMk id="7" creationId="{F80A4882-46C0-630F-011C-51962A6F13FA}"/>
          </ac:cxnSpMkLst>
        </pc:cxnChg>
        <pc:cxnChg chg="add">
          <ac:chgData name="鸿翔 杨" userId="49ae226b328ea8a6" providerId="LiveId" clId="{B8CD1FE1-198B-41FC-AFF1-7878F0A2D15E}" dt="2026-07-23T00:42:05.935" v="257" actId="11529"/>
          <ac:cxnSpMkLst>
            <pc:docMk/>
            <pc:sldMk cId="1924750923" sldId="257"/>
            <ac:cxnSpMk id="10" creationId="{39EF1F5C-72DA-2934-E12E-BA42E8DB4AF1}"/>
          </ac:cxnSpMkLst>
        </pc:cxnChg>
        <pc:cxnChg chg="add">
          <ac:chgData name="鸿翔 杨" userId="49ae226b328ea8a6" providerId="LiveId" clId="{B8CD1FE1-198B-41FC-AFF1-7878F0A2D15E}" dt="2026-07-23T00:42:27.723" v="260" actId="11529"/>
          <ac:cxnSpMkLst>
            <pc:docMk/>
            <pc:sldMk cId="1924750923" sldId="257"/>
            <ac:cxnSpMk id="14" creationId="{9FDCAC02-0014-9DBC-47E0-33B36728ADAF}"/>
          </ac:cxnSpMkLst>
        </pc:cxnChg>
      </pc:sldChg>
      <pc:sldChg chg="addSp delSp modSp new mod">
        <pc:chgData name="鸿翔 杨" userId="49ae226b328ea8a6" providerId="LiveId" clId="{B8CD1FE1-198B-41FC-AFF1-7878F0A2D15E}" dt="2026-07-23T00:54:37.956" v="569" actId="20577"/>
        <pc:sldMkLst>
          <pc:docMk/>
          <pc:sldMk cId="3159211470" sldId="258"/>
        </pc:sldMkLst>
        <pc:spChg chg="add mod">
          <ac:chgData name="鸿翔 杨" userId="49ae226b328ea8a6" providerId="LiveId" clId="{B8CD1FE1-198B-41FC-AFF1-7878F0A2D15E}" dt="2026-07-23T00:50:16.275" v="426" actId="20577"/>
          <ac:spMkLst>
            <pc:docMk/>
            <pc:sldMk cId="3159211470" sldId="258"/>
            <ac:spMk id="2" creationId="{EFC7BB16-859F-914B-7AE6-9E7BAC5DECCA}"/>
          </ac:spMkLst>
        </pc:spChg>
        <pc:spChg chg="add mod">
          <ac:chgData name="鸿翔 杨" userId="49ae226b328ea8a6" providerId="LiveId" clId="{B8CD1FE1-198B-41FC-AFF1-7878F0A2D15E}" dt="2026-07-23T00:50:28.636" v="448" actId="20577"/>
          <ac:spMkLst>
            <pc:docMk/>
            <pc:sldMk cId="3159211470" sldId="258"/>
            <ac:spMk id="3" creationId="{DACED449-1C21-3C21-40E4-A6402AD0A788}"/>
          </ac:spMkLst>
        </pc:spChg>
        <pc:spChg chg="add del">
          <ac:chgData name="鸿翔 杨" userId="49ae226b328ea8a6" providerId="LiveId" clId="{B8CD1FE1-198B-41FC-AFF1-7878F0A2D15E}" dt="2026-07-23T00:48:06.122" v="375" actId="11529"/>
          <ac:spMkLst>
            <pc:docMk/>
            <pc:sldMk cId="3159211470" sldId="258"/>
            <ac:spMk id="4" creationId="{B30C6BFF-2632-9551-D802-EE72B79C0C88}"/>
          </ac:spMkLst>
        </pc:spChg>
        <pc:spChg chg="add">
          <ac:chgData name="鸿翔 杨" userId="49ae226b328ea8a6" providerId="LiveId" clId="{B8CD1FE1-198B-41FC-AFF1-7878F0A2D15E}" dt="2026-07-23T00:48:44.891" v="385" actId="11529"/>
          <ac:spMkLst>
            <pc:docMk/>
            <pc:sldMk cId="3159211470" sldId="258"/>
            <ac:spMk id="5" creationId="{2166CEDC-95ED-62C4-61A8-6D97E9047046}"/>
          </ac:spMkLst>
        </pc:spChg>
        <pc:spChg chg="add mod">
          <ac:chgData name="鸿翔 杨" userId="49ae226b328ea8a6" providerId="LiveId" clId="{B8CD1FE1-198B-41FC-AFF1-7878F0A2D15E}" dt="2026-07-23T00:50:54.755" v="460" actId="20577"/>
          <ac:spMkLst>
            <pc:docMk/>
            <pc:sldMk cId="3159211470" sldId="258"/>
            <ac:spMk id="8" creationId="{62857B45-8ED1-A140-EFE7-C0F60BEAF6FE}"/>
          </ac:spMkLst>
        </pc:spChg>
        <pc:spChg chg="add mod">
          <ac:chgData name="鸿翔 杨" userId="49ae226b328ea8a6" providerId="LiveId" clId="{B8CD1FE1-198B-41FC-AFF1-7878F0A2D15E}" dt="2026-07-23T00:52:51.653" v="504" actId="20577"/>
          <ac:spMkLst>
            <pc:docMk/>
            <pc:sldMk cId="3159211470" sldId="258"/>
            <ac:spMk id="9" creationId="{A3420235-6355-8389-5DC0-C93A7704BF5F}"/>
          </ac:spMkLst>
        </pc:spChg>
        <pc:spChg chg="add mod">
          <ac:chgData name="鸿翔 杨" userId="49ae226b328ea8a6" providerId="LiveId" clId="{B8CD1FE1-198B-41FC-AFF1-7878F0A2D15E}" dt="2026-07-23T00:53:49.088" v="531" actId="20577"/>
          <ac:spMkLst>
            <pc:docMk/>
            <pc:sldMk cId="3159211470" sldId="258"/>
            <ac:spMk id="10" creationId="{8CABAC4D-BF7D-18B8-CE97-1DE1EA6D268C}"/>
          </ac:spMkLst>
        </pc:spChg>
        <pc:spChg chg="add">
          <ac:chgData name="鸿翔 杨" userId="49ae226b328ea8a6" providerId="LiveId" clId="{B8CD1FE1-198B-41FC-AFF1-7878F0A2D15E}" dt="2026-07-23T00:53:53.764" v="532" actId="11529"/>
          <ac:spMkLst>
            <pc:docMk/>
            <pc:sldMk cId="3159211470" sldId="258"/>
            <ac:spMk id="11" creationId="{9F75A944-7735-04C8-D6F6-13CA64E191C3}"/>
          </ac:spMkLst>
        </pc:spChg>
        <pc:spChg chg="add mod">
          <ac:chgData name="鸿翔 杨" userId="49ae226b328ea8a6" providerId="LiveId" clId="{B8CD1FE1-198B-41FC-AFF1-7878F0A2D15E}" dt="2026-07-23T00:54:06.363" v="542" actId="20577"/>
          <ac:spMkLst>
            <pc:docMk/>
            <pc:sldMk cId="3159211470" sldId="258"/>
            <ac:spMk id="12" creationId="{89E09523-B32C-1C42-D558-AD64A80D519A}"/>
          </ac:spMkLst>
        </pc:spChg>
        <pc:spChg chg="add mod">
          <ac:chgData name="鸿翔 杨" userId="49ae226b328ea8a6" providerId="LiveId" clId="{B8CD1FE1-198B-41FC-AFF1-7878F0A2D15E}" dt="2026-07-23T00:54:27.081" v="555" actId="20577"/>
          <ac:spMkLst>
            <pc:docMk/>
            <pc:sldMk cId="3159211470" sldId="258"/>
            <ac:spMk id="13" creationId="{41E5DF43-239C-F1FA-D460-FCE6C34824EF}"/>
          </ac:spMkLst>
        </pc:spChg>
        <pc:spChg chg="add mod">
          <ac:chgData name="鸿翔 杨" userId="49ae226b328ea8a6" providerId="LiveId" clId="{B8CD1FE1-198B-41FC-AFF1-7878F0A2D15E}" dt="2026-07-23T00:54:37.956" v="569" actId="20577"/>
          <ac:spMkLst>
            <pc:docMk/>
            <pc:sldMk cId="3159211470" sldId="258"/>
            <ac:spMk id="14" creationId="{9ADCB7C9-0334-BA84-0965-65230FB7A711}"/>
          </ac:spMkLst>
        </pc:spChg>
        <pc:cxnChg chg="add">
          <ac:chgData name="鸿翔 杨" userId="49ae226b328ea8a6" providerId="LiveId" clId="{B8CD1FE1-198B-41FC-AFF1-7878F0A2D15E}" dt="2026-07-23T00:50:34.880" v="449" actId="11529"/>
          <ac:cxnSpMkLst>
            <pc:docMk/>
            <pc:sldMk cId="3159211470" sldId="258"/>
            <ac:cxnSpMk id="7" creationId="{2841119E-4F66-402C-2F4E-F7CC2EB963AE}"/>
          </ac:cxnSpMkLst>
        </pc:cxnChg>
      </pc:sldChg>
      <pc:sldChg chg="new del">
        <pc:chgData name="鸿翔 杨" userId="49ae226b328ea8a6" providerId="LiveId" clId="{B8CD1FE1-198B-41FC-AFF1-7878F0A2D15E}" dt="2026-07-23T00:55:35.722" v="570" actId="47"/>
        <pc:sldMkLst>
          <pc:docMk/>
          <pc:sldMk cId="1187636019" sldId="259"/>
        </pc:sldMkLst>
      </pc:sldChg>
      <pc:sldChg chg="new del">
        <pc:chgData name="鸿翔 杨" userId="49ae226b328ea8a6" providerId="LiveId" clId="{B8CD1FE1-198B-41FC-AFF1-7878F0A2D15E}" dt="2026-07-23T00:55:37.740" v="571" actId="47"/>
        <pc:sldMkLst>
          <pc:docMk/>
          <pc:sldMk cId="2093854528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0206E-33DE-F466-CDD4-C76838542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5D2912-E84E-257A-794B-75AEA648C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97A38E-FCA0-6F68-F393-07C4DAA8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08AE78-94F6-AF42-CA31-0BBA0517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55273-A007-978A-6954-1E49FB71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82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B6AB9-BF12-0896-F7C9-428E5619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B0911D-44D8-9523-B140-CBA54C22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52F98B-A6DB-63A7-243C-C1C796B9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0CC9C1-8A0E-C945-3389-6EF0597D4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D349A-BA11-BF4D-9D57-93D573AD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17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FDF92-4892-9CD2-F35F-A6458F53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CF4FB-03E1-CC81-88FB-F44EE7FB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CBAAD-3303-3C87-D9FF-8A326065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3AC14-6505-2F34-DF5E-099B15A7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FFA4DA-763E-CC6C-FE96-9B56C8E3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54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125EF-A8CF-099A-952E-4B062F7E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8DE691-6C6D-0F87-7A6A-D74754B7D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4B7ABF-8121-027C-FCEB-20D5AB3B8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0F554E-740A-A0D5-513D-B4BBBA3C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5861D1-F545-90E4-26E9-BDC99FE9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0A453-33D7-E73C-AD22-A83D67DB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0C274-D38D-CED6-F984-2A7C50CE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6DF894-1795-991E-96ED-DD1D3483F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1C6CC3-E602-C2F1-2C7F-2BE5B5C89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9829CE-B221-FBB9-3E99-137A1FD8E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C85792-29B2-D716-C7FB-152802663D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5D8001-88A2-60C1-64C8-CA3CB050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15BB68-9BF5-1D16-1F2A-7ADDB828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377247-4ED1-04BA-3821-9FA242AE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3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4384A-B4E7-1ACA-74BC-07307F5F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68651F-87C8-6C5F-C26B-03F70CDE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DDEAAB-78E2-1A0D-C408-7A172AF2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41ACB8-3B6F-F546-E0A8-58B05176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78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103A1F-08C0-B9F5-4058-96CF0DF0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3B7057-9224-32BA-B6AA-4014B419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F1D24-ACE6-AECA-5C7F-C091A3F4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12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5BB13-CEE4-0B59-5F1A-B9B25C41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EBCF5-8118-9DD1-B1CD-264730662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A7FA68-75B6-DDE2-2A94-CCC281B38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295F20-A6F4-C504-721C-53C60FEF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6384A0-3DCB-EC2F-83E9-A10FA11D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205C7-EBA9-B44A-EEF8-859CF867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12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9E44D-342A-FBC8-7FF2-58D7BC02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FCDAEA-9897-A4AF-D149-0244FB6E8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B98FBB-4B25-151C-DC21-3AD1E9B83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D34050-2AE3-884A-1EF9-214B3C6C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9C35FB-FE40-B571-AD10-96C7B02D1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58CDAA-9E3F-F3CC-88C1-EDE5F395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2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EB6EA-12E4-9276-B2F1-9F2146B4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F1736-D53F-4E1D-E227-B212B6FB7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1309E-6DF9-ED76-C837-E4ADB14E0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173F2-A9DC-79CD-248C-E58A6D52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3C54B8-22CB-967B-D3ED-EAAFACB7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30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14AD05-D916-9C1A-4D51-DB4AFF5F9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862247-1AFA-5323-7228-1ECF99914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65BF9-9FF5-071F-3375-EBB595A9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1C2BB-AA3A-79C3-E0A0-CDC263A3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DA5108-C62E-0239-641B-AAD91E86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9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83A2A0-FBAC-FBBA-73AF-7AED9451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0ABD22-EB57-405E-949C-6A6ECF6EF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D8230-D6E5-AFEB-BB86-232BE9536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42EB2-9C99-40AB-B2F3-0BFD060FC4C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4DB0F-8B1A-8D7E-1145-32B49FEEA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149EB3-324E-1CD9-80AE-17A93DE25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E6CDB-2363-4780-963A-4A621ECE2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73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7D674-2DBB-5461-E431-F8CB7922F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信号发生器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198DDC-AFD9-F410-19BD-585C9E6CE3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编码译码</a:t>
            </a:r>
          </a:p>
        </p:txBody>
      </p:sp>
    </p:spTree>
    <p:extLst>
      <p:ext uri="{BB962C8B-B14F-4D97-AF65-F5344CB8AC3E}">
        <p14:creationId xmlns:p14="http://schemas.microsoft.com/office/powerpoint/2010/main" val="110826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91EB31-C45C-5B33-7E85-505D3C896D6E}"/>
              </a:ext>
            </a:extLst>
          </p:cNvPr>
          <p:cNvSpPr/>
          <p:nvPr/>
        </p:nvSpPr>
        <p:spPr>
          <a:xfrm>
            <a:off x="389860" y="730102"/>
            <a:ext cx="1970568" cy="9852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编码</a:t>
            </a:r>
            <a:endParaRPr lang="en-US" altLang="zh-C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NRZ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C2C2210-27D7-8F19-2934-28AED45645BD}"/>
              </a:ext>
            </a:extLst>
          </p:cNvPr>
          <p:cNvCxnSpPr/>
          <p:nvPr/>
        </p:nvCxnSpPr>
        <p:spPr>
          <a:xfrm>
            <a:off x="2424223" y="1233377"/>
            <a:ext cx="1268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5791ABAA-8AD9-8829-4069-3434D953DE5B}"/>
              </a:ext>
            </a:extLst>
          </p:cNvPr>
          <p:cNvSpPr/>
          <p:nvPr/>
        </p:nvSpPr>
        <p:spPr>
          <a:xfrm>
            <a:off x="3856074" y="779721"/>
            <a:ext cx="2530549" cy="935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输入任意信号发生器产生波形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80A4882-46C0-630F-011C-51962A6F13FA}"/>
              </a:ext>
            </a:extLst>
          </p:cNvPr>
          <p:cNvCxnSpPr/>
          <p:nvPr/>
        </p:nvCxnSpPr>
        <p:spPr>
          <a:xfrm>
            <a:off x="6464595" y="1233377"/>
            <a:ext cx="18855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B43F37F4-51D3-2B3E-1EF5-FE54DC7FB03B}"/>
              </a:ext>
            </a:extLst>
          </p:cNvPr>
          <p:cNvSpPr/>
          <p:nvPr/>
        </p:nvSpPr>
        <p:spPr>
          <a:xfrm>
            <a:off x="8484781" y="779721"/>
            <a:ext cx="2438400" cy="93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输入示波器可查看波形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9EF1F5C-72DA-2934-E12E-BA42E8DB4AF1}"/>
              </a:ext>
            </a:extLst>
          </p:cNvPr>
          <p:cNvCxnSpPr/>
          <p:nvPr/>
        </p:nvCxnSpPr>
        <p:spPr>
          <a:xfrm>
            <a:off x="9753600" y="2006009"/>
            <a:ext cx="0" cy="219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9ADA95-BE64-014C-EED5-7F4CFEF7B7CB}"/>
              </a:ext>
            </a:extLst>
          </p:cNvPr>
          <p:cNvSpPr/>
          <p:nvPr/>
        </p:nvSpPr>
        <p:spPr>
          <a:xfrm>
            <a:off x="8669079" y="4253023"/>
            <a:ext cx="2388781" cy="11412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示波器保存并且导出波形文件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C6E15-2FB5-2A07-7CD9-7E106DD3A26C}"/>
              </a:ext>
            </a:extLst>
          </p:cNvPr>
          <p:cNvSpPr/>
          <p:nvPr/>
        </p:nvSpPr>
        <p:spPr>
          <a:xfrm>
            <a:off x="4040372" y="4253023"/>
            <a:ext cx="2346251" cy="1212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输入电脑利用</a:t>
            </a:r>
            <a:r>
              <a:rPr lang="en-US" altLang="zh-CN" dirty="0" err="1"/>
              <a:t>matlab</a:t>
            </a:r>
            <a:r>
              <a:rPr lang="zh-CN" altLang="en-US" dirty="0"/>
              <a:t>解码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FDCAC02-0014-9DBC-47E0-33B36728ADAF}"/>
              </a:ext>
            </a:extLst>
          </p:cNvPr>
          <p:cNvCxnSpPr/>
          <p:nvPr/>
        </p:nvCxnSpPr>
        <p:spPr>
          <a:xfrm flipH="1">
            <a:off x="6677247" y="4784651"/>
            <a:ext cx="1928037" cy="56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75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C7BB16-859F-914B-7AE6-9E7BAC5DECCA}"/>
              </a:ext>
            </a:extLst>
          </p:cNvPr>
          <p:cNvSpPr/>
          <p:nvPr/>
        </p:nvSpPr>
        <p:spPr>
          <a:xfrm>
            <a:off x="425302" y="425302"/>
            <a:ext cx="1913861" cy="8293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编码与信号调制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CED449-1C21-3C21-40E4-A6402AD0A788}"/>
              </a:ext>
            </a:extLst>
          </p:cNvPr>
          <p:cNvSpPr/>
          <p:nvPr/>
        </p:nvSpPr>
        <p:spPr>
          <a:xfrm>
            <a:off x="3402419" y="400492"/>
            <a:ext cx="2027274" cy="8293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选择光源</a:t>
            </a:r>
          </a:p>
        </p:txBody>
      </p:sp>
      <p:sp>
        <p:nvSpPr>
          <p:cNvPr id="5" name="加号 4">
            <a:extLst>
              <a:ext uri="{FF2B5EF4-FFF2-40B4-BE49-F238E27FC236}">
                <a16:creationId xmlns:a16="http://schemas.microsoft.com/office/drawing/2014/main" id="{2166CEDC-95ED-62C4-61A8-6D97E9047046}"/>
              </a:ext>
            </a:extLst>
          </p:cNvPr>
          <p:cNvSpPr/>
          <p:nvPr/>
        </p:nvSpPr>
        <p:spPr>
          <a:xfrm>
            <a:off x="2629786" y="793898"/>
            <a:ext cx="467833" cy="38986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841119E-4F66-402C-2F4E-F7CC2EB963AE}"/>
              </a:ext>
            </a:extLst>
          </p:cNvPr>
          <p:cNvCxnSpPr/>
          <p:nvPr/>
        </p:nvCxnSpPr>
        <p:spPr>
          <a:xfrm>
            <a:off x="2863702" y="1637414"/>
            <a:ext cx="0" cy="3253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62857B45-8ED1-A140-EFE7-C0F60BEAF6FE}"/>
              </a:ext>
            </a:extLst>
          </p:cNvPr>
          <p:cNvSpPr/>
          <p:nvPr/>
        </p:nvSpPr>
        <p:spPr>
          <a:xfrm>
            <a:off x="3473302" y="2785730"/>
            <a:ext cx="2076892" cy="9711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信道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420235-6355-8389-5DC0-C93A7704BF5F}"/>
              </a:ext>
            </a:extLst>
          </p:cNvPr>
          <p:cNvSpPr/>
          <p:nvPr/>
        </p:nvSpPr>
        <p:spPr>
          <a:xfrm>
            <a:off x="829340" y="3154326"/>
            <a:ext cx="1658679" cy="1020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差错控制</a:t>
            </a:r>
            <a:endParaRPr lang="en-US" altLang="zh-CN" dirty="0"/>
          </a:p>
          <a:p>
            <a:pPr algn="ctr"/>
            <a:r>
              <a:rPr lang="zh-CN" altLang="en-US" dirty="0"/>
              <a:t>信道估计</a:t>
            </a:r>
            <a:endParaRPr lang="en-US" altLang="zh-CN" dirty="0"/>
          </a:p>
          <a:p>
            <a:pPr algn="ctr"/>
            <a:r>
              <a:rPr lang="zh-CN" altLang="en-US" dirty="0"/>
              <a:t>同步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ABAC4D-BF7D-18B8-CE97-1DE1EA6D268C}"/>
              </a:ext>
            </a:extLst>
          </p:cNvPr>
          <p:cNvSpPr/>
          <p:nvPr/>
        </p:nvSpPr>
        <p:spPr>
          <a:xfrm>
            <a:off x="1913860" y="5429693"/>
            <a:ext cx="2424224" cy="10030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接收信号</a:t>
            </a:r>
          </a:p>
        </p:txBody>
      </p:sp>
      <p:sp>
        <p:nvSpPr>
          <p:cNvPr id="11" name="加号 10">
            <a:extLst>
              <a:ext uri="{FF2B5EF4-FFF2-40B4-BE49-F238E27FC236}">
                <a16:creationId xmlns:a16="http://schemas.microsoft.com/office/drawing/2014/main" id="{9F75A944-7735-04C8-D6F6-13CA64E191C3}"/>
              </a:ext>
            </a:extLst>
          </p:cNvPr>
          <p:cNvSpPr/>
          <p:nvPr/>
        </p:nvSpPr>
        <p:spPr>
          <a:xfrm>
            <a:off x="4883888" y="5606902"/>
            <a:ext cx="666306" cy="67339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E09523-B32C-1C42-D558-AD64A80D519A}"/>
              </a:ext>
            </a:extLst>
          </p:cNvPr>
          <p:cNvSpPr/>
          <p:nvPr/>
        </p:nvSpPr>
        <p:spPr>
          <a:xfrm>
            <a:off x="6039293" y="5486400"/>
            <a:ext cx="2424224" cy="10030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解码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1E5DF43-239C-F1FA-D460-FCE6C34824EF}"/>
              </a:ext>
            </a:extLst>
          </p:cNvPr>
          <p:cNvSpPr/>
          <p:nvPr/>
        </p:nvSpPr>
        <p:spPr>
          <a:xfrm>
            <a:off x="6393712" y="559981"/>
            <a:ext cx="2027274" cy="62377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发出端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ADCB7C9-0334-BA84-0965-65230FB7A711}"/>
              </a:ext>
            </a:extLst>
          </p:cNvPr>
          <p:cNvSpPr/>
          <p:nvPr/>
        </p:nvSpPr>
        <p:spPr>
          <a:xfrm>
            <a:off x="9030586" y="5486400"/>
            <a:ext cx="2133600" cy="9462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接收端</a:t>
            </a:r>
          </a:p>
        </p:txBody>
      </p:sp>
    </p:spTree>
    <p:extLst>
      <p:ext uri="{BB962C8B-B14F-4D97-AF65-F5344CB8AC3E}">
        <p14:creationId xmlns:p14="http://schemas.microsoft.com/office/powerpoint/2010/main" val="315921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45</Words>
  <Application>Microsoft Office PowerPoint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信号发生器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鸿翔 杨</dc:creator>
  <cp:lastModifiedBy>鸿翔 杨</cp:lastModifiedBy>
  <cp:revision>1</cp:revision>
  <dcterms:created xsi:type="dcterms:W3CDTF">2026-07-23T00:36:51Z</dcterms:created>
  <dcterms:modified xsi:type="dcterms:W3CDTF">2026-07-23T00:55:40Z</dcterms:modified>
</cp:coreProperties>
</file>